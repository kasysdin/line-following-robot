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ppt/slideLayouts/slideLayout37.xml" ContentType="application/vnd.openxmlformats-officedocument.presentationml.slideLayout+xml"/>
  <Override PartName="/ppt/theme/theme37.xml" ContentType="application/vnd.openxmlformats-officedocument.theme+xml"/>
  <Override PartName="/ppt/slideLayouts/slideLayout38.xml" ContentType="application/vnd.openxmlformats-officedocument.presentationml.slideLayout+xml"/>
  <Override PartName="/ppt/theme/theme38.xml" ContentType="application/vnd.openxmlformats-officedocument.theme+xml"/>
  <Override PartName="/ppt/slideLayouts/slideLayout39.xml" ContentType="application/vnd.openxmlformats-officedocument.presentationml.slideLayout+xml"/>
  <Override PartName="/ppt/theme/theme39.xml" ContentType="application/vnd.openxmlformats-officedocument.theme+xml"/>
  <Override PartName="/ppt/slideLayouts/slideLayout40.xml" ContentType="application/vnd.openxmlformats-officedocument.presentationml.slideLayout+xml"/>
  <Override PartName="/ppt/theme/theme40.xml" ContentType="application/vnd.openxmlformats-officedocument.theme+xml"/>
  <Override PartName="/ppt/slideLayouts/slideLayout41.xml" ContentType="application/vnd.openxmlformats-officedocument.presentationml.slideLayout+xml"/>
  <Override PartName="/ppt/theme/theme41.xml" ContentType="application/vnd.openxmlformats-officedocument.theme+xml"/>
  <Override PartName="/ppt/slideLayouts/slideLayout42.xml" ContentType="application/vnd.openxmlformats-officedocument.presentationml.slideLayout+xml"/>
  <Override PartName="/ppt/theme/theme42.xml" ContentType="application/vnd.openxmlformats-officedocument.theme+xml"/>
  <Override PartName="/ppt/slideLayouts/slideLayout43.xml" ContentType="application/vnd.openxmlformats-officedocument.presentationml.slideLayout+xml"/>
  <Override PartName="/ppt/theme/theme43.xml" ContentType="application/vnd.openxmlformats-officedocument.theme+xml"/>
  <Override PartName="/ppt/slideLayouts/slideLayout44.xml" ContentType="application/vnd.openxmlformats-officedocument.presentationml.slideLayout+xml"/>
  <Override PartName="/ppt/theme/theme44.xml" ContentType="application/vnd.openxmlformats-officedocument.theme+xml"/>
  <Override PartName="/ppt/slideLayouts/slideLayout45.xml" ContentType="application/vnd.openxmlformats-officedocument.presentationml.slideLayout+xml"/>
  <Override PartName="/ppt/theme/theme45.xml" ContentType="application/vnd.openxmlformats-officedocument.theme+xml"/>
  <Override PartName="/ppt/slideLayouts/slideLayout46.xml" ContentType="application/vnd.openxmlformats-officedocument.presentationml.slideLayout+xml"/>
  <Override PartName="/ppt/theme/theme46.xml" ContentType="application/vnd.openxmlformats-officedocument.theme+xml"/>
  <Override PartName="/ppt/slideLayouts/slideLayout47.xml" ContentType="application/vnd.openxmlformats-officedocument.presentationml.slideLayout+xml"/>
  <Override PartName="/ppt/theme/theme47.xml" ContentType="application/vnd.openxmlformats-officedocument.theme+xml"/>
  <Override PartName="/ppt/slideLayouts/slideLayout48.xml" ContentType="application/vnd.openxmlformats-officedocument.presentationml.slideLayout+xml"/>
  <Override PartName="/ppt/theme/theme48.xml" ContentType="application/vnd.openxmlformats-officedocument.theme+xml"/>
  <Override PartName="/ppt/slideLayouts/slideLayout49.xml" ContentType="application/vnd.openxmlformats-officedocument.presentationml.slideLayout+xml"/>
  <Override PartName="/ppt/theme/theme49.xml" ContentType="application/vnd.openxmlformats-officedocument.theme+xml"/>
  <Override PartName="/ppt/slideLayouts/slideLayout50.xml" ContentType="application/vnd.openxmlformats-officedocument.presentationml.slideLayout+xml"/>
  <Override PartName="/ppt/theme/theme50.xml" ContentType="application/vnd.openxmlformats-officedocument.theme+xml"/>
  <Override PartName="/ppt/slideLayouts/slideLayout51.xml" ContentType="application/vnd.openxmlformats-officedocument.presentationml.slideLayout+xml"/>
  <Override PartName="/ppt/theme/theme51.xml" ContentType="application/vnd.openxmlformats-officedocument.theme+xml"/>
  <Override PartName="/ppt/slideLayouts/slideLayout52.xml" ContentType="application/vnd.openxmlformats-officedocument.presentationml.slideLayout+xml"/>
  <Override PartName="/ppt/theme/theme52.xml" ContentType="application/vnd.openxmlformats-officedocument.theme+xml"/>
  <Override PartName="/ppt/slideLayouts/slideLayout53.xml" ContentType="application/vnd.openxmlformats-officedocument.presentationml.slideLayout+xml"/>
  <Override PartName="/ppt/theme/theme53.xml" ContentType="application/vnd.openxmlformats-officedocument.theme+xml"/>
  <Override PartName="/ppt/slideLayouts/slideLayout54.xml" ContentType="application/vnd.openxmlformats-officedocument.presentationml.slideLayout+xml"/>
  <Override PartName="/ppt/theme/theme54.xml" ContentType="application/vnd.openxmlformats-officedocument.theme+xml"/>
  <Override PartName="/ppt/slideLayouts/slideLayout55.xml" ContentType="application/vnd.openxmlformats-officedocument.presentationml.slideLayout+xml"/>
  <Override PartName="/ppt/theme/theme55.xml" ContentType="application/vnd.openxmlformats-officedocument.theme+xml"/>
  <Override PartName="/ppt/slideLayouts/slideLayout56.xml" ContentType="application/vnd.openxmlformats-officedocument.presentationml.slideLayout+xml"/>
  <Override PartName="/ppt/theme/theme56.xml" ContentType="application/vnd.openxmlformats-officedocument.theme+xml"/>
  <Override PartName="/ppt/slideLayouts/slideLayout57.xml" ContentType="application/vnd.openxmlformats-officedocument.presentationml.slideLayout+xml"/>
  <Override PartName="/ppt/theme/theme57.xml" ContentType="application/vnd.openxmlformats-officedocument.theme+xml"/>
  <Override PartName="/ppt/slideLayouts/slideLayout58.xml" ContentType="application/vnd.openxmlformats-officedocument.presentationml.slideLayout+xml"/>
  <Override PartName="/ppt/theme/theme58.xml" ContentType="application/vnd.openxmlformats-officedocument.theme+xml"/>
  <Override PartName="/ppt/slideLayouts/slideLayout59.xml" ContentType="application/vnd.openxmlformats-officedocument.presentationml.slideLayout+xml"/>
  <Override PartName="/ppt/theme/theme59.xml" ContentType="application/vnd.openxmlformats-officedocument.theme+xml"/>
  <Override PartName="/ppt/slideLayouts/slideLayout60.xml" ContentType="application/vnd.openxmlformats-officedocument.presentationml.slideLayout+xml"/>
  <Override PartName="/ppt/theme/theme60.xml" ContentType="application/vnd.openxmlformats-officedocument.theme+xml"/>
  <Override PartName="/ppt/slideLayouts/slideLayout61.xml" ContentType="application/vnd.openxmlformats-officedocument.presentationml.slideLayout+xml"/>
  <Override PartName="/ppt/theme/theme61.xml" ContentType="application/vnd.openxmlformats-officedocument.theme+xml"/>
  <Override PartName="/ppt/slideLayouts/slideLayout62.xml" ContentType="application/vnd.openxmlformats-officedocument.presentationml.slideLayout+xml"/>
  <Override PartName="/ppt/theme/theme62.xml" ContentType="application/vnd.openxmlformats-officedocument.theme+xml"/>
  <Override PartName="/ppt/slideLayouts/slideLayout63.xml" ContentType="application/vnd.openxmlformats-officedocument.presentationml.slideLayout+xml"/>
  <Override PartName="/ppt/theme/theme63.xml" ContentType="application/vnd.openxmlformats-officedocument.theme+xml"/>
  <Override PartName="/ppt/slideLayouts/slideLayout64.xml" ContentType="application/vnd.openxmlformats-officedocument.presentationml.slideLayout+xml"/>
  <Override PartName="/ppt/theme/theme64.xml" ContentType="application/vnd.openxmlformats-officedocument.theme+xml"/>
  <Override PartName="/ppt/slideLayouts/slideLayout65.xml" ContentType="application/vnd.openxmlformats-officedocument.presentationml.slideLayout+xml"/>
  <Override PartName="/ppt/theme/theme65.xml" ContentType="application/vnd.openxmlformats-officedocument.theme+xml"/>
  <Override PartName="/ppt/slideLayouts/slideLayout66.xml" ContentType="application/vnd.openxmlformats-officedocument.presentationml.slideLayout+xml"/>
  <Override PartName="/ppt/theme/theme66.xml" ContentType="application/vnd.openxmlformats-officedocument.theme+xml"/>
  <Override PartName="/ppt/slideLayouts/slideLayout67.xml" ContentType="application/vnd.openxmlformats-officedocument.presentationml.slideLayout+xml"/>
  <Override PartName="/ppt/theme/theme67.xml" ContentType="application/vnd.openxmlformats-officedocument.theme+xml"/>
  <Override PartName="/ppt/slideLayouts/slideLayout68.xml" ContentType="application/vnd.openxmlformats-officedocument.presentationml.slideLayout+xml"/>
  <Override PartName="/ppt/theme/theme6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  <p:sldMasterId id="2147483720" r:id="rId37"/>
    <p:sldMasterId id="2147483722" r:id="rId38"/>
    <p:sldMasterId id="2147483724" r:id="rId39"/>
    <p:sldMasterId id="2147483726" r:id="rId40"/>
    <p:sldMasterId id="2147483728" r:id="rId41"/>
    <p:sldMasterId id="2147483730" r:id="rId42"/>
    <p:sldMasterId id="2147483732" r:id="rId43"/>
    <p:sldMasterId id="2147483734" r:id="rId44"/>
    <p:sldMasterId id="2147483736" r:id="rId45"/>
    <p:sldMasterId id="2147483738" r:id="rId46"/>
    <p:sldMasterId id="2147483740" r:id="rId47"/>
    <p:sldMasterId id="2147483742" r:id="rId48"/>
    <p:sldMasterId id="2147483744" r:id="rId49"/>
    <p:sldMasterId id="2147483746" r:id="rId50"/>
    <p:sldMasterId id="2147483748" r:id="rId51"/>
    <p:sldMasterId id="2147483750" r:id="rId52"/>
    <p:sldMasterId id="2147483752" r:id="rId53"/>
    <p:sldMasterId id="2147483754" r:id="rId54"/>
    <p:sldMasterId id="2147483756" r:id="rId55"/>
    <p:sldMasterId id="2147483758" r:id="rId56"/>
    <p:sldMasterId id="2147483760" r:id="rId57"/>
    <p:sldMasterId id="2147483762" r:id="rId58"/>
    <p:sldMasterId id="2147483764" r:id="rId59"/>
    <p:sldMasterId id="2147483766" r:id="rId60"/>
    <p:sldMasterId id="2147483768" r:id="rId61"/>
    <p:sldMasterId id="2147483770" r:id="rId62"/>
    <p:sldMasterId id="2147483772" r:id="rId63"/>
    <p:sldMasterId id="2147483774" r:id="rId64"/>
    <p:sldMasterId id="2147483776" r:id="rId65"/>
    <p:sldMasterId id="2147483778" r:id="rId66"/>
    <p:sldMasterId id="2147483780" r:id="rId67"/>
    <p:sldMasterId id="2147483782" r:id="rId68"/>
  </p:sldMasterIdLst>
  <p:sldIdLst>
    <p:sldId id="256" r:id="rId69"/>
    <p:sldId id="257" r:id="rId70"/>
    <p:sldId id="258" r:id="rId71"/>
    <p:sldId id="259" r:id="rId72"/>
    <p:sldId id="260" r:id="rId73"/>
    <p:sldId id="261" r:id="rId74"/>
    <p:sldId id="262" r:id="rId75"/>
    <p:sldId id="263" r:id="rId76"/>
    <p:sldId id="264" r:id="rId77"/>
    <p:sldId id="265" r:id="rId78"/>
  </p:sldIdLst>
  <p:sldSz cx="12192000" cy="6858000"/>
  <p:notesSz cx="7559675" cy="106918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slideMaster" Target="slideMasters/slideMaster68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6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Master" Target="slideMasters/slideMaster61.xml"/><Relationship Id="rId82" Type="http://schemas.openxmlformats.org/officeDocument/2006/relationships/tableStyles" Target="tableStyle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Master" Target="slideMasters/slideMaster56.xml"/><Relationship Id="rId64" Type="http://schemas.openxmlformats.org/officeDocument/2006/relationships/slideMaster" Target="slideMasters/slideMaster64.xml"/><Relationship Id="rId69" Type="http://schemas.openxmlformats.org/officeDocument/2006/relationships/slide" Target="slides/slide1.xml"/><Relationship Id="rId77" Type="http://schemas.openxmlformats.org/officeDocument/2006/relationships/slide" Target="slides/slide9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4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Master" Target="slideMasters/slideMaster6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Master" Target="slideMasters/slideMaster62.xml"/><Relationship Id="rId70" Type="http://schemas.openxmlformats.org/officeDocument/2006/relationships/slide" Target="slides/slide2.xml"/><Relationship Id="rId75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73" Type="http://schemas.openxmlformats.org/officeDocument/2006/relationships/slide" Target="slides/slide5.xml"/><Relationship Id="rId78" Type="http://schemas.openxmlformats.org/officeDocument/2006/relationships/slide" Target="slides/slide10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6A613D-0C06-47B1-8BC8-89CEA2A5CE6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8033FA-F5A5-4D48-BE9A-9711BB8979C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000A263-E70D-4B3B-BFD9-2A4BB6F5F4E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DA622D-A69D-45BC-B8DD-3B99B2D9C9F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175704B-0111-41C0-A6D2-C73D2D39D70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0C3022D-1ECA-471B-9D09-998FF10B52F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D2C1E05-AD26-465E-A72F-B9072C47DE8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4AA1F139-0B7E-4398-BB73-2B3D233D8603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6F0FE0C-5319-42C9-813B-3AA5BDED1D2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3D7F0FE0-3326-4DD6-A356-34B1507D200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C839B90-953B-4DC6-B429-446CC540CA23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F684D63-8DE2-4214-AC73-38C39E7ADA1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lstStyle/>
          <a:p>
            <a:fld id="{62B16C6A-979B-4E55-BE2C-60DC1820BF3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4207B2D0-DEDE-4D33-BEBD-8A3819BD1D1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F2F336F-C4DE-4CED-90D6-D6222C3F037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86DD78B0-C0FE-492A-8806-FE409CBD411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fld id="{ED482FAC-A239-4123-85FC-54E5AE457BA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D2F7A031-CADC-46E9-B555-9E88406D578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7"/>
          </p:nvPr>
        </p:nvSpPr>
        <p:spPr/>
        <p:txBody>
          <a:bodyPr/>
          <a:lstStyle/>
          <a:p>
            <a:fld id="{50ACD6CD-FC07-4BD1-93FF-B502043E3FD3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751F8DBF-2867-4DFB-AC97-17C044345CF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7C51945A-6DF0-4A5A-BC7E-F411B5DA5CE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lstStyle/>
          <a:p>
            <a:fld id="{6C7C992A-255F-44C3-AB5D-4F2437CC4C90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fld id="{44A24D49-200F-4DF0-AE5F-10C7FCA43DF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lstStyle/>
          <a:p>
            <a:fld id="{6FA38CAE-3646-494E-A662-69DFBECF64D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fld id="{7F12C1B2-4C22-4BD9-A0D3-C39591C2A9A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8"/>
          </p:nvPr>
        </p:nvSpPr>
        <p:spPr/>
        <p:txBody>
          <a:bodyPr/>
          <a:lstStyle/>
          <a:p>
            <a:fld id="{807898EA-07EB-46C7-89D6-0413B7A0795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1"/>
          </p:nvPr>
        </p:nvSpPr>
        <p:spPr/>
        <p:txBody>
          <a:bodyPr/>
          <a:lstStyle/>
          <a:p>
            <a:fld id="{9CAD5ECF-601F-47B3-9420-FC7550286F0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4"/>
          </p:nvPr>
        </p:nvSpPr>
        <p:spPr/>
        <p:txBody>
          <a:bodyPr/>
          <a:lstStyle/>
          <a:p>
            <a:fld id="{20E5BCC2-6B24-4B12-92A0-2442C349BA60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7"/>
          </p:nvPr>
        </p:nvSpPr>
        <p:spPr/>
        <p:txBody>
          <a:bodyPr/>
          <a:lstStyle/>
          <a:p>
            <a:fld id="{B19790A1-8080-4C6B-8CFC-858DEE15721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0"/>
          </p:nvPr>
        </p:nvSpPr>
        <p:spPr/>
        <p:txBody>
          <a:bodyPr/>
          <a:lstStyle/>
          <a:p>
            <a:fld id="{A5A4D378-8DD7-4031-B7AD-7DF9AD77531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3"/>
          </p:nvPr>
        </p:nvSpPr>
        <p:spPr/>
        <p:txBody>
          <a:bodyPr/>
          <a:lstStyle/>
          <a:p>
            <a:fld id="{19DA692E-933E-438F-930C-EEBB716B715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4"/>
          </p:nvPr>
        </p:nvSpPr>
        <p:spPr/>
        <p:txBody>
          <a:bodyPr/>
          <a:lstStyle/>
          <a:p>
            <a:fld id="{B74FA55B-72C5-485C-ACF5-A8B47440923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9"/>
          </p:nvPr>
        </p:nvSpPr>
        <p:spPr/>
        <p:txBody>
          <a:bodyPr/>
          <a:lstStyle/>
          <a:p>
            <a:fld id="{77258A84-519A-400F-A392-3FDF573ED20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2"/>
          </p:nvPr>
        </p:nvSpPr>
        <p:spPr/>
        <p:txBody>
          <a:bodyPr/>
          <a:lstStyle/>
          <a:p>
            <a:fld id="{D0700962-C57A-49D8-88C5-5AC1637829A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5"/>
          </p:nvPr>
        </p:nvSpPr>
        <p:spPr/>
        <p:txBody>
          <a:bodyPr/>
          <a:lstStyle/>
          <a:p>
            <a:fld id="{A9CF238A-69F9-4508-929E-F9C9667B7F5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8"/>
          </p:nvPr>
        </p:nvSpPr>
        <p:spPr/>
        <p:txBody>
          <a:bodyPr/>
          <a:lstStyle/>
          <a:p>
            <a:fld id="{1E4BF9C9-5E0C-45E1-AFE5-02D99AB5AD9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2E028885-E95D-4D65-8A01-2F01788F569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4"/>
          </p:nvPr>
        </p:nvSpPr>
        <p:spPr/>
        <p:txBody>
          <a:bodyPr/>
          <a:lstStyle/>
          <a:p>
            <a:fld id="{8A3EF527-B552-409C-8322-868C74A6DB4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7"/>
          </p:nvPr>
        </p:nvSpPr>
        <p:spPr/>
        <p:txBody>
          <a:bodyPr/>
          <a:lstStyle/>
          <a:p>
            <a:fld id="{D264960D-3DC0-4C3B-AFB2-EFF9D78307D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0"/>
          </p:nvPr>
        </p:nvSpPr>
        <p:spPr/>
        <p:txBody>
          <a:bodyPr/>
          <a:lstStyle/>
          <a:p>
            <a:fld id="{142C8DD9-3972-47A3-9BB0-930F7D331AB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3"/>
          </p:nvPr>
        </p:nvSpPr>
        <p:spPr/>
        <p:txBody>
          <a:bodyPr/>
          <a:lstStyle/>
          <a:p>
            <a:fld id="{B1685C02-A6EA-429B-B2C7-5F45B7BE0AA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lstStyle/>
          <a:p>
            <a:fld id="{78C2EBC1-10AF-4763-911D-A5DC5F678703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9"/>
          </p:nvPr>
        </p:nvSpPr>
        <p:spPr/>
        <p:txBody>
          <a:bodyPr/>
          <a:lstStyle/>
          <a:p>
            <a:fld id="{620DB677-CA3E-46D9-A941-190380540EE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2"/>
          </p:nvPr>
        </p:nvSpPr>
        <p:spPr/>
        <p:txBody>
          <a:bodyPr/>
          <a:lstStyle/>
          <a:p>
            <a:fld id="{B1BFAC63-B9B9-442E-B0AE-1285990EFD3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5"/>
          </p:nvPr>
        </p:nvSpPr>
        <p:spPr/>
        <p:txBody>
          <a:bodyPr/>
          <a:lstStyle/>
          <a:p>
            <a:fld id="{84214FBC-4BBA-4FBA-B91B-B889AD27D22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8"/>
          </p:nvPr>
        </p:nvSpPr>
        <p:spPr/>
        <p:txBody>
          <a:bodyPr/>
          <a:lstStyle/>
          <a:p>
            <a:fld id="{E47D6CA1-BA8E-4FE0-BC9F-F983622FF8B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1"/>
          </p:nvPr>
        </p:nvSpPr>
        <p:spPr/>
        <p:txBody>
          <a:bodyPr/>
          <a:lstStyle/>
          <a:p>
            <a:fld id="{0302D714-4E55-4EA2-B444-7793A47549A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4"/>
          </p:nvPr>
        </p:nvSpPr>
        <p:spPr/>
        <p:txBody>
          <a:bodyPr/>
          <a:lstStyle/>
          <a:p>
            <a:fld id="{4226FAFA-5103-4FA4-8077-7F13EA8EE21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7"/>
          </p:nvPr>
        </p:nvSpPr>
        <p:spPr/>
        <p:txBody>
          <a:bodyPr/>
          <a:lstStyle/>
          <a:p>
            <a:fld id="{56390A81-92DC-4598-88D3-C82681DC335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0"/>
          </p:nvPr>
        </p:nvSpPr>
        <p:spPr/>
        <p:txBody>
          <a:bodyPr/>
          <a:lstStyle/>
          <a:p>
            <a:fld id="{CFDFC92A-A160-4714-BFFE-B9272DE6892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3"/>
          </p:nvPr>
        </p:nvSpPr>
        <p:spPr/>
        <p:txBody>
          <a:bodyPr/>
          <a:lstStyle/>
          <a:p>
            <a:fld id="{5151A5C7-B5D4-4268-B309-6D0C061F23A0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6"/>
          </p:nvPr>
        </p:nvSpPr>
        <p:spPr/>
        <p:txBody>
          <a:bodyPr/>
          <a:lstStyle/>
          <a:p>
            <a:fld id="{FD92B3F9-0BAD-49BF-B2E4-B4AAC4DCD2A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9"/>
          </p:nvPr>
        </p:nvSpPr>
        <p:spPr/>
        <p:txBody>
          <a:bodyPr/>
          <a:lstStyle/>
          <a:p>
            <a:fld id="{D0665FC3-6059-4989-918F-1595B944689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2"/>
          </p:nvPr>
        </p:nvSpPr>
        <p:spPr/>
        <p:txBody>
          <a:bodyPr/>
          <a:lstStyle/>
          <a:p>
            <a:fld id="{CC9F4CCD-1061-48AF-931C-3AB9FCEA561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5"/>
          </p:nvPr>
        </p:nvSpPr>
        <p:spPr/>
        <p:txBody>
          <a:bodyPr/>
          <a:lstStyle/>
          <a:p>
            <a:fld id="{E7B06B06-78BF-4804-BC2A-A3569A51388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8"/>
          </p:nvPr>
        </p:nvSpPr>
        <p:spPr/>
        <p:txBody>
          <a:bodyPr/>
          <a:lstStyle/>
          <a:p>
            <a:fld id="{3DF4BD1D-E5FD-4E3B-9832-AE2D2FEC562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1"/>
          </p:nvPr>
        </p:nvSpPr>
        <p:spPr/>
        <p:txBody>
          <a:bodyPr/>
          <a:lstStyle/>
          <a:p>
            <a:fld id="{8F219B92-D04F-4167-AD84-DD7A6C59F20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4"/>
          </p:nvPr>
        </p:nvSpPr>
        <p:spPr/>
        <p:txBody>
          <a:bodyPr/>
          <a:lstStyle/>
          <a:p>
            <a:fld id="{DE31273B-E2EF-4761-923C-3DBAF6102C3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7"/>
          </p:nvPr>
        </p:nvSpPr>
        <p:spPr/>
        <p:txBody>
          <a:bodyPr/>
          <a:lstStyle/>
          <a:p>
            <a:fld id="{5EA4866E-7AB3-49A8-BD27-1EE0EF9A955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0"/>
          </p:nvPr>
        </p:nvSpPr>
        <p:spPr/>
        <p:txBody>
          <a:bodyPr/>
          <a:lstStyle/>
          <a:p>
            <a:fld id="{226699D4-043B-41E1-8713-3E73E48465B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3"/>
          </p:nvPr>
        </p:nvSpPr>
        <p:spPr/>
        <p:txBody>
          <a:bodyPr/>
          <a:lstStyle/>
          <a:p>
            <a:fld id="{5A327A75-E299-450D-BE51-DD630C12BE3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6"/>
          </p:nvPr>
        </p:nvSpPr>
        <p:spPr/>
        <p:txBody>
          <a:bodyPr/>
          <a:lstStyle/>
          <a:p>
            <a:fld id="{69B4BD78-A23E-40EE-9009-541160BCEBF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9"/>
          </p:nvPr>
        </p:nvSpPr>
        <p:spPr/>
        <p:txBody>
          <a:bodyPr/>
          <a:lstStyle/>
          <a:p>
            <a:fld id="{BB057FB4-B1D4-4A86-80E4-01C4BA5DB09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2"/>
          </p:nvPr>
        </p:nvSpPr>
        <p:spPr/>
        <p:txBody>
          <a:bodyPr/>
          <a:lstStyle/>
          <a:p>
            <a:fld id="{66D72D64-3EED-4143-A07E-2B8B457D29D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5"/>
          </p:nvPr>
        </p:nvSpPr>
        <p:spPr/>
        <p:txBody>
          <a:bodyPr/>
          <a:lstStyle/>
          <a:p>
            <a:fld id="{C3EE3FB0-B34F-45CD-B641-54FFF884A2A0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8"/>
          </p:nvPr>
        </p:nvSpPr>
        <p:spPr/>
        <p:txBody>
          <a:bodyPr/>
          <a:lstStyle/>
          <a:p>
            <a:fld id="{65FBB9B0-5CC4-4D85-9E2B-72CCDAACDB9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1"/>
          </p:nvPr>
        </p:nvSpPr>
        <p:spPr/>
        <p:txBody>
          <a:bodyPr/>
          <a:lstStyle/>
          <a:p>
            <a:fld id="{7B02FA6E-AB40-4311-BC97-915F8D83A70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7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8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39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0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1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2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3.xml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4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5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6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7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8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49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0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1.xml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2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3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4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5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6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7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8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59.xml"/></Relationships>
</file>

<file path=ppt/slideMasters/_rels/slideMaster60.xml.rels><?xml version="1.0" encoding="UTF-8" standalone="yes"?>
<Relationships xmlns="http://schemas.openxmlformats.org/package/2006/relationships"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60.xml"/></Relationships>
</file>

<file path=ppt/slideMasters/_rels/slideMaster61.xml.rels><?xml version="1.0" encoding="UTF-8" standalone="yes"?>
<Relationships xmlns="http://schemas.openxmlformats.org/package/2006/relationships"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61.xml"/></Relationships>
</file>

<file path=ppt/slideMasters/_rels/slideMaster62.xml.rels><?xml version="1.0" encoding="UTF-8" standalone="yes"?>
<Relationships xmlns="http://schemas.openxmlformats.org/package/2006/relationships"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62.xml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.sv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64.xml"/></Relationships>
</file>

<file path=ppt/slideMasters/_rels/slideMaster65.xml.rels><?xml version="1.0" encoding="UTF-8" standalone="yes"?>
<Relationships xmlns="http://schemas.openxmlformats.org/package/2006/relationships"><Relationship Id="rId2" Type="http://schemas.openxmlformats.org/officeDocument/2006/relationships/theme" Target="../theme/theme65.xml"/><Relationship Id="rId1" Type="http://schemas.openxmlformats.org/officeDocument/2006/relationships/slideLayout" Target="../slideLayouts/slideLayout65.xml"/></Relationships>
</file>

<file path=ppt/slideMasters/_rels/slideMaster6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6.xml"/><Relationship Id="rId1" Type="http://schemas.openxmlformats.org/officeDocument/2006/relationships/slideLayout" Target="../slideLayouts/slideLayout66.xml"/></Relationships>
</file>

<file path=ppt/slideMasters/_rels/slideMaster67.xml.rels><?xml version="1.0" encoding="UTF-8" standalone="yes"?>
<Relationships xmlns="http://schemas.openxmlformats.org/package/2006/relationships"><Relationship Id="rId2" Type="http://schemas.openxmlformats.org/officeDocument/2006/relationships/theme" Target="../theme/theme67.xml"/><Relationship Id="rId1" Type="http://schemas.openxmlformats.org/officeDocument/2006/relationships/slideLayout" Target="../slideLayouts/slideLayout67.xml"/></Relationships>
</file>

<file path=ppt/slideMasters/_rels/slideMaster68.xml.rels><?xml version="1.0" encoding="UTF-8" standalone="yes"?>
<Relationships xmlns="http://schemas.openxmlformats.org/package/2006/relationships"><Relationship Id="rId2" Type="http://schemas.openxmlformats.org/officeDocument/2006/relationships/theme" Target="../theme/theme68.xml"/><Relationship Id="rId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4"/>
          <p:cNvSpPr/>
          <p:nvPr/>
        </p:nvSpPr>
        <p:spPr>
          <a:xfrm>
            <a:off x="3138120" y="0"/>
            <a:ext cx="9051480" cy="6348960"/>
          </a:xfrm>
          <a:custGeom>
            <a:avLst/>
            <a:gdLst>
              <a:gd name="textAreaLeft" fmla="*/ 0 w 9051480"/>
              <a:gd name="textAreaRight" fmla="*/ 9051840 w 9051480"/>
              <a:gd name="textAreaTop" fmla="*/ 0 h 6348960"/>
              <a:gd name="textAreaBottom" fmla="*/ 6349320 h 6348960"/>
            </a:gdLst>
            <a:ahLst/>
            <a:cxnLst/>
            <a:rect l="textAreaLeft" t="textAreaTop" r="textAreaRight" b="textAreaBottom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8A8512-7B46-4FC5-A2B7-F3E6BE0C7F94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515880" y="2457360"/>
            <a:ext cx="1115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15880" y="4045680"/>
            <a:ext cx="1115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dk2"/>
                </a:solidFill>
                <a:latin typeface="Century Gothic"/>
              </a:rPr>
              <a:t>Ondertitel</a:t>
            </a:r>
            <a:endParaRPr lang="nl-BE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1"/>
          <p:cNvSpPr/>
          <p:nvPr/>
        </p:nvSpPr>
        <p:spPr>
          <a:xfrm rot="16200000" flipH="1" flipV="1">
            <a:off x="8325360" y="3931920"/>
            <a:ext cx="1411920" cy="4440240"/>
          </a:xfrm>
          <a:custGeom>
            <a:avLst/>
            <a:gdLst>
              <a:gd name="textAreaLeft" fmla="*/ 360 w 1411920"/>
              <a:gd name="textAreaRight" fmla="*/ 1412640 w 1411920"/>
              <a:gd name="textAreaTop" fmla="*/ 360 h 4440240"/>
              <a:gd name="textAreaBottom" fmla="*/ 4440960 h 4440240"/>
            </a:gdLst>
            <a:ahLst/>
            <a:cxnLst/>
            <a:rect l="textAreaLeft" t="textAreaTop" r="textAreaRight" b="textAreaBottom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Freeform 24"/>
          <p:cNvSpPr/>
          <p:nvPr/>
        </p:nvSpPr>
        <p:spPr>
          <a:xfrm rot="10800000">
            <a:off x="6437880" y="1789560"/>
            <a:ext cx="5170680" cy="3272400"/>
          </a:xfrm>
          <a:custGeom>
            <a:avLst/>
            <a:gdLst>
              <a:gd name="textAreaLeft" fmla="*/ 0 w 5170680"/>
              <a:gd name="textAreaRight" fmla="*/ 5171040 w 5170680"/>
              <a:gd name="textAreaTop" fmla="*/ 0 h 3272400"/>
              <a:gd name="textAreaBottom" fmla="*/ 3272760 h 3272400"/>
            </a:gdLst>
            <a:ahLst/>
            <a:cxnLst/>
            <a:rect l="textAreaLeft" t="textAreaTop" r="textAreaRight" b="textAreaBottom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6422040" y="1787400"/>
            <a:ext cx="5218920" cy="32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" name="Graphic 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5880" y="512640"/>
            <a:ext cx="1274040" cy="50832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11C832-F9D5-410E-B961-C36C0A03AB92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515880" y="-114984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dk2"/>
                </a:solidFill>
                <a:latin typeface="Century Gothic"/>
              </a:rPr>
              <a:t>Hoofdstuk - Ondertitel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title"/>
          </p:nvPr>
        </p:nvSpPr>
        <p:spPr>
          <a:xfrm>
            <a:off x="515880" y="298188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Freeform 17"/>
          <p:cNvSpPr/>
          <p:nvPr/>
        </p:nvSpPr>
        <p:spPr>
          <a:xfrm rot="16200000">
            <a:off x="8319240" y="-1555560"/>
            <a:ext cx="1423800" cy="4535640"/>
          </a:xfrm>
          <a:custGeom>
            <a:avLst/>
            <a:gdLst>
              <a:gd name="textAreaLeft" fmla="*/ 0 w 1423800"/>
              <a:gd name="textAreaRight" fmla="*/ 1424160 w 1423800"/>
              <a:gd name="textAreaTop" fmla="*/ 0 h 4535640"/>
              <a:gd name="textAreaBottom" fmla="*/ 4536000 h 4535640"/>
            </a:gdLst>
            <a:ahLst/>
            <a:cxnLst/>
            <a:rect l="textAreaLeft" t="textAreaTop" r="textAreaRight" b="textAreaBottom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54A3D-59F2-401C-A4EF-9A0BB9C0912F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6B1F5C-6CA4-4DE6-B010-FDD1579B71D9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  <p:sp>
        <p:nvSpPr>
          <p:cNvPr id="27" name="PlaceHolder 6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15880" y="304560"/>
            <a:ext cx="532188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354000" y="304560"/>
            <a:ext cx="532188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nl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4ADAA-A3D8-40B3-B8B8-D205B36F4B91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raphic 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5837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6095880" y="304560"/>
            <a:ext cx="557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BF2A44-A8B0-48DF-BDE2-7DDD65165138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6095880" y="1628640"/>
            <a:ext cx="557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4942AF-9B35-498D-9073-6D5BCAD404A6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raphic 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body"/>
          </p:nvPr>
        </p:nvSpPr>
        <p:spPr>
          <a:xfrm>
            <a:off x="6354000" y="0"/>
            <a:ext cx="5837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989E7-D051-46F1-8134-F55794280F62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title"/>
          </p:nvPr>
        </p:nvSpPr>
        <p:spPr>
          <a:xfrm>
            <a:off x="515880" y="304560"/>
            <a:ext cx="557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2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2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02AD17-90D9-44FE-8860-B4647FA30A2A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12"/>
          <p:cNvSpPr/>
          <p:nvPr/>
        </p:nvSpPr>
        <p:spPr>
          <a:xfrm rot="16200000">
            <a:off x="6269400" y="947880"/>
            <a:ext cx="6868800" cy="4973760"/>
          </a:xfrm>
          <a:custGeom>
            <a:avLst/>
            <a:gdLst>
              <a:gd name="textAreaLeft" fmla="*/ 0 w 6868800"/>
              <a:gd name="textAreaRight" fmla="*/ 6869160 w 6868800"/>
              <a:gd name="textAreaTop" fmla="*/ 0 h 4973760"/>
              <a:gd name="textAreaBottom" fmla="*/ 4974120 h 4973760"/>
            </a:gdLst>
            <a:ahLst/>
            <a:cxnLst/>
            <a:rect l="textAreaLeft" t="textAreaTop" r="textAreaRight" b="textAreaBottom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7216920" y="0"/>
            <a:ext cx="497484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3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0F9C3-CC83-4243-908B-F4C2291D900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18"/>
          <p:cNvSpPr/>
          <p:nvPr/>
        </p:nvSpPr>
        <p:spPr>
          <a:xfrm rot="16200000">
            <a:off x="6341040" y="941760"/>
            <a:ext cx="6726240" cy="4974840"/>
          </a:xfrm>
          <a:custGeom>
            <a:avLst/>
            <a:gdLst>
              <a:gd name="textAreaLeft" fmla="*/ 0 w 6726240"/>
              <a:gd name="textAreaRight" fmla="*/ 6726600 w 6726240"/>
              <a:gd name="textAreaTop" fmla="*/ 0 h 4974840"/>
              <a:gd name="textAreaBottom" fmla="*/ 4975200 h 4974840"/>
            </a:gdLst>
            <a:ahLst/>
            <a:cxnLst/>
            <a:rect l="textAreaLeft" t="textAreaTop" r="textAreaRight" b="textAreaBottom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7216920" y="0"/>
            <a:ext cx="497484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dt" idx="3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ftr" idx="3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sldNum" idx="3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AE26F0-28D7-4FA8-9C50-D6E67D1A63C8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605"/>
          <p:cNvSpPr/>
          <p:nvPr/>
        </p:nvSpPr>
        <p:spPr>
          <a:xfrm rot="16200000">
            <a:off x="1825560" y="2057400"/>
            <a:ext cx="6857640" cy="274356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2743560"/>
              <a:gd name="textAreaBottom" fmla="*/ 2743920 h 2743560"/>
            </a:gdLst>
            <a:ahLst/>
            <a:cxnLst/>
            <a:rect l="textAreaLeft" t="textAreaTop" r="textAreaRight" b="textAreaBottom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6701040" y="0"/>
            <a:ext cx="497484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dt" idx="3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3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3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04070E-682C-4C78-BE21-831EED41D165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title"/>
          </p:nvPr>
        </p:nvSpPr>
        <p:spPr>
          <a:xfrm>
            <a:off x="515880" y="227880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515880" y="386676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dk2"/>
                </a:solidFill>
                <a:latin typeface="Century Gothic"/>
              </a:rPr>
              <a:t>Ondertitel</a:t>
            </a:r>
            <a:endParaRPr lang="nl-BE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14"/>
          <p:cNvSpPr/>
          <p:nvPr/>
        </p:nvSpPr>
        <p:spPr>
          <a:xfrm rot="16200000">
            <a:off x="6284160" y="957960"/>
            <a:ext cx="6861240" cy="4953240"/>
          </a:xfrm>
          <a:custGeom>
            <a:avLst/>
            <a:gdLst>
              <a:gd name="textAreaLeft" fmla="*/ 0 w 6861240"/>
              <a:gd name="textAreaRight" fmla="*/ 6861600 w 6861240"/>
              <a:gd name="textAreaTop" fmla="*/ 0 h 4953240"/>
              <a:gd name="textAreaBottom" fmla="*/ 4953600 h 4953240"/>
            </a:gdLst>
            <a:ahLst/>
            <a:cxnLst/>
            <a:rect l="textAreaLeft" t="textAreaTop" r="textAreaRight" b="textAreaBottom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7216920" y="0"/>
            <a:ext cx="497484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3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3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3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F1E52D-9D89-48AD-83BF-45A5AFFBD386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raphic 8"/>
          <p:cNvSpPr/>
          <p:nvPr/>
        </p:nvSpPr>
        <p:spPr>
          <a:xfrm>
            <a:off x="3808800" y="0"/>
            <a:ext cx="2892600" cy="6857640"/>
          </a:xfrm>
          <a:custGeom>
            <a:avLst/>
            <a:gdLst>
              <a:gd name="textAreaLeft" fmla="*/ 0 w 2892600"/>
              <a:gd name="textAreaRight" fmla="*/ 2892960 w 289260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6701040" y="0"/>
            <a:ext cx="497484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dt" idx="4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ftr" idx="4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sldNum" idx="4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00DDF-58EC-4DAC-BE63-8577AB7619F3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557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557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dt" idx="4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4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4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2CFCFE-617D-44EC-8D56-27C6F6A527D8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4" name="PlaceHolder 3"/>
          <p:cNvSpPr>
            <a:spLocks noGrp="1"/>
          </p:cNvSpPr>
          <p:nvPr>
            <p:ph type="dt" idx="4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ftr" idx="4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sldNum" idx="4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3CC091-E8ED-47EC-8A31-F452B7D8470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3600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3600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354000" y="5459760"/>
            <a:ext cx="5321880" cy="8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28" lnSpcReduction="2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Voor bullets, selecteer je je tekst + TAB-toets.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15880" y="5459760"/>
            <a:ext cx="5321880" cy="8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28" lnSpcReduction="2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Voor bullets, selecteer je je tekst + TAB-toets.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dt" idx="4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ftr" idx="5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 type="sldNum" idx="5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D3ABC-1388-4BBB-AA05-8CC6B6044E19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8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body"/>
          </p:nvPr>
        </p:nvSpPr>
        <p:spPr>
          <a:xfrm>
            <a:off x="6354000" y="512640"/>
            <a:ext cx="5321880" cy="42555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15880" y="512640"/>
            <a:ext cx="5321880" cy="42555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15880" y="4999320"/>
            <a:ext cx="532188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354000" y="4999320"/>
            <a:ext cx="532188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</p:txBody>
      </p:sp>
      <p:sp>
        <p:nvSpPr>
          <p:cNvPr id="120" name="PlaceHolder 5"/>
          <p:cNvSpPr>
            <a:spLocks noGrp="1"/>
          </p:cNvSpPr>
          <p:nvPr>
            <p:ph type="dt" idx="5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ftr" idx="5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sldNum" idx="5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A7663-1243-48C9-8EA7-66CFF757B2E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515880" y="1628640"/>
            <a:ext cx="3239640" cy="30132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3082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436240" y="1628640"/>
            <a:ext cx="3239640" cy="30132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3082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475880" y="1628640"/>
            <a:ext cx="3239640" cy="30132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3082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515880" y="4999320"/>
            <a:ext cx="323964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28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Voor bullets, selecteer je je tekst + TAB-toets.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475880" y="4999320"/>
            <a:ext cx="323964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28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Voor bullets, selecteer je je tekst + TAB-toets.</a:t>
            </a:r>
          </a:p>
        </p:txBody>
      </p:sp>
      <p:sp>
        <p:nvSpPr>
          <p:cNvPr id="128" name="PlaceHolder 6"/>
          <p:cNvSpPr>
            <a:spLocks noGrp="1"/>
          </p:cNvSpPr>
          <p:nvPr>
            <p:ph type="body"/>
          </p:nvPr>
        </p:nvSpPr>
        <p:spPr>
          <a:xfrm>
            <a:off x="8435880" y="4999320"/>
            <a:ext cx="323964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28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Voor bullets, selecteer je je tekst + TAB-toets.</a:t>
            </a:r>
          </a:p>
        </p:txBody>
      </p:sp>
      <p:sp>
        <p:nvSpPr>
          <p:cNvPr id="129" name="PlaceHolder 7"/>
          <p:cNvSpPr>
            <a:spLocks noGrp="1"/>
          </p:cNvSpPr>
          <p:nvPr>
            <p:ph type="dt" idx="5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8"/>
          <p:cNvSpPr>
            <a:spLocks noGrp="1"/>
          </p:cNvSpPr>
          <p:nvPr>
            <p:ph type="ftr" idx="5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9"/>
          <p:cNvSpPr>
            <a:spLocks noGrp="1"/>
          </p:cNvSpPr>
          <p:nvPr>
            <p:ph type="sldNum" idx="5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0742B0-057D-47FF-A81F-0433203F1EDA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10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body"/>
          </p:nvPr>
        </p:nvSpPr>
        <p:spPr>
          <a:xfrm>
            <a:off x="515880" y="1628640"/>
            <a:ext cx="2518920" cy="2687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3395160" y="1628640"/>
            <a:ext cx="2518920" cy="2687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274080" y="1628640"/>
            <a:ext cx="2518920" cy="2687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9153360" y="1628640"/>
            <a:ext cx="2518920" cy="2687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515880" y="4755600"/>
            <a:ext cx="2523240" cy="12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</a:p>
        </p:txBody>
      </p:sp>
      <p:sp>
        <p:nvSpPr>
          <p:cNvPr id="138" name="PlaceHolder 6"/>
          <p:cNvSpPr>
            <a:spLocks noGrp="1"/>
          </p:cNvSpPr>
          <p:nvPr>
            <p:ph type="body"/>
          </p:nvPr>
        </p:nvSpPr>
        <p:spPr>
          <a:xfrm>
            <a:off x="3386520" y="4755600"/>
            <a:ext cx="2523240" cy="12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</a:p>
        </p:txBody>
      </p:sp>
      <p:sp>
        <p:nvSpPr>
          <p:cNvPr id="139" name="PlaceHolder 7"/>
          <p:cNvSpPr>
            <a:spLocks noGrp="1"/>
          </p:cNvSpPr>
          <p:nvPr>
            <p:ph type="body"/>
          </p:nvPr>
        </p:nvSpPr>
        <p:spPr>
          <a:xfrm>
            <a:off x="6270120" y="4755600"/>
            <a:ext cx="2523240" cy="12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</a:p>
        </p:txBody>
      </p:sp>
      <p:sp>
        <p:nvSpPr>
          <p:cNvPr id="140" name="PlaceHolder 8"/>
          <p:cNvSpPr>
            <a:spLocks noGrp="1"/>
          </p:cNvSpPr>
          <p:nvPr>
            <p:ph type="body"/>
          </p:nvPr>
        </p:nvSpPr>
        <p:spPr>
          <a:xfrm>
            <a:off x="9152640" y="4755600"/>
            <a:ext cx="2523240" cy="12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</a:p>
        </p:txBody>
      </p:sp>
      <p:sp>
        <p:nvSpPr>
          <p:cNvPr id="141" name="PlaceHolder 9"/>
          <p:cNvSpPr>
            <a:spLocks noGrp="1"/>
          </p:cNvSpPr>
          <p:nvPr>
            <p:ph type="dt" idx="5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10"/>
          <p:cNvSpPr>
            <a:spLocks noGrp="1"/>
          </p:cNvSpPr>
          <p:nvPr>
            <p:ph type="ftr" idx="5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11"/>
          <p:cNvSpPr>
            <a:spLocks noGrp="1"/>
          </p:cNvSpPr>
          <p:nvPr>
            <p:ph type="sldNum" idx="6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651FF4-ABCD-47CB-ABC3-0370B43E121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12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dt" idx="6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6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6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9068F-DD49-4675-ACF5-0F1053D52591}" type="slidenum">
              <a:rPr lang="en-BE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15880" y="5227200"/>
            <a:ext cx="334260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600" b="0" strike="noStrike" spc="-1">
                <a:solidFill>
                  <a:schemeClr val="lt2"/>
                </a:solidFill>
                <a:latin typeface="Century Gothic"/>
              </a:rPr>
              <a:t>Bijschrift (lijn 2)</a:t>
            </a:r>
            <a:endParaRPr lang="nl-B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515880" y="4498920"/>
            <a:ext cx="334260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600" b="0" strike="noStrike" spc="-1">
                <a:solidFill>
                  <a:schemeClr val="lt2"/>
                </a:solidFill>
                <a:latin typeface="Century Gothic"/>
              </a:rPr>
              <a:t>Bijschrift (lijn 1)</a:t>
            </a:r>
            <a:endParaRPr lang="nl-BE" sz="36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body"/>
          </p:nvPr>
        </p:nvSpPr>
        <p:spPr>
          <a:xfrm>
            <a:off x="515880" y="512640"/>
            <a:ext cx="1115964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dt" idx="6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6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6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911E6-ED32-4841-8B6A-B71F263AC8F8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1031760" y="5288760"/>
            <a:ext cx="298656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200" b="0" strike="noStrike" spc="-1">
                <a:solidFill>
                  <a:schemeClr val="lt2"/>
                </a:solidFill>
                <a:latin typeface="Century Gothic"/>
              </a:rPr>
              <a:t>Bijschrift (lijn 2)</a:t>
            </a:r>
            <a:endParaRPr lang="nl-B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body"/>
          </p:nvPr>
        </p:nvSpPr>
        <p:spPr>
          <a:xfrm>
            <a:off x="1031760" y="4650120"/>
            <a:ext cx="298656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200" b="0" strike="noStrike" spc="-1">
                <a:solidFill>
                  <a:schemeClr val="lt2"/>
                </a:solidFill>
                <a:latin typeface="Century Gothic"/>
              </a:rPr>
              <a:t>Bijschrift (lijn 1)</a:t>
            </a:r>
            <a:endParaRPr lang="nl-BE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raphic 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dt" idx="6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ftr" idx="6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6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415A40-E8AA-47AB-B065-CAF37149402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6095880" y="0"/>
            <a:ext cx="6095520" cy="439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title"/>
          </p:nvPr>
        </p:nvSpPr>
        <p:spPr>
          <a:xfrm>
            <a:off x="515880" y="294984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515880" y="4537800"/>
            <a:ext cx="864036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dk2"/>
                </a:solidFill>
                <a:latin typeface="Century Gothic"/>
              </a:rPr>
              <a:t>Ondertitel</a:t>
            </a:r>
            <a:endParaRPr lang="nl-BE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" name="Graphic 4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body"/>
          </p:nvPr>
        </p:nvSpPr>
        <p:spPr>
          <a:xfrm>
            <a:off x="515880" y="512640"/>
            <a:ext cx="545256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215760" y="512640"/>
            <a:ext cx="545256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dt" idx="7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ftr" idx="7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ldNum" idx="7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B49B8-795D-4F07-8EF7-C3D41AE2C302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body"/>
          </p:nvPr>
        </p:nvSpPr>
        <p:spPr>
          <a:xfrm>
            <a:off x="1031760" y="1499760"/>
            <a:ext cx="228132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lt2"/>
                </a:solidFill>
                <a:latin typeface="Century Gothic"/>
              </a:rPr>
              <a:t>Bijschrift (lijn 2)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 type="body"/>
          </p:nvPr>
        </p:nvSpPr>
        <p:spPr>
          <a:xfrm>
            <a:off x="1031760" y="997560"/>
            <a:ext cx="228132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lt2"/>
                </a:solidFill>
                <a:latin typeface="Century Gothic"/>
              </a:rPr>
              <a:t>Bijschrift (lijn 1)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" name="PlaceHolder 8"/>
          <p:cNvSpPr>
            <a:spLocks noGrp="1"/>
          </p:cNvSpPr>
          <p:nvPr>
            <p:ph type="body"/>
          </p:nvPr>
        </p:nvSpPr>
        <p:spPr>
          <a:xfrm>
            <a:off x="6738840" y="1499760"/>
            <a:ext cx="228132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lt2"/>
                </a:solidFill>
                <a:latin typeface="Century Gothic"/>
              </a:rPr>
              <a:t>Bijschrift (lijn 2)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3" name="PlaceHolder 9"/>
          <p:cNvSpPr>
            <a:spLocks noGrp="1"/>
          </p:cNvSpPr>
          <p:nvPr>
            <p:ph type="body"/>
          </p:nvPr>
        </p:nvSpPr>
        <p:spPr>
          <a:xfrm>
            <a:off x="6738840" y="997560"/>
            <a:ext cx="2281320" cy="4069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720" rIns="9000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lt2"/>
                </a:solidFill>
                <a:latin typeface="Century Gothic"/>
              </a:rPr>
              <a:t>Bijschrift (lijn 1)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body"/>
          </p:nvPr>
        </p:nvSpPr>
        <p:spPr>
          <a:xfrm>
            <a:off x="515880" y="512640"/>
            <a:ext cx="545256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222960" y="512640"/>
            <a:ext cx="545256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84133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222960" y="3557520"/>
            <a:ext cx="545256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84133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7" name="PlaceHolder 4"/>
          <p:cNvSpPr>
            <a:spLocks noGrp="1"/>
          </p:cNvSpPr>
          <p:nvPr>
            <p:ph type="dt" idx="7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7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7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1C886-5DAF-4AC4-9D71-A349901B55D8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6242040" y="512640"/>
            <a:ext cx="543348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15880" y="512640"/>
            <a:ext cx="258948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880" y="3557520"/>
            <a:ext cx="543348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84133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3359880" y="512640"/>
            <a:ext cx="258948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4" name="PlaceHolder 5"/>
          <p:cNvSpPr>
            <a:spLocks noGrp="1"/>
          </p:cNvSpPr>
          <p:nvPr>
            <p:ph type="dt" idx="7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ftr" idx="7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 type="sldNum" idx="7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97CECA-F06B-4F17-87FF-C234D6FE9EDD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body"/>
          </p:nvPr>
        </p:nvSpPr>
        <p:spPr>
          <a:xfrm>
            <a:off x="6222960" y="512640"/>
            <a:ext cx="258948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34960" y="512640"/>
            <a:ext cx="543348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9066960" y="512640"/>
            <a:ext cx="260892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6222960" y="3557520"/>
            <a:ext cx="258948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9066960" y="3557520"/>
            <a:ext cx="2608920" cy="2787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 fontScale="18742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2" name="PlaceHolder 6"/>
          <p:cNvSpPr>
            <a:spLocks noGrp="1"/>
          </p:cNvSpPr>
          <p:nvPr>
            <p:ph type="dt" idx="7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ftr" idx="8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8"/>
          <p:cNvSpPr>
            <a:spLocks noGrp="1"/>
          </p:cNvSpPr>
          <p:nvPr>
            <p:ph type="sldNum" idx="8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567E31-DCDF-4489-83DB-00983B72D25B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6" name="PlaceHolder 2"/>
          <p:cNvSpPr>
            <a:spLocks noGrp="1"/>
          </p:cNvSpPr>
          <p:nvPr>
            <p:ph type="dt" idx="8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ftr" idx="8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8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20925C-B5A1-4C80-AA52-A2941E831CE0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1" name="PlaceHolder 2"/>
          <p:cNvSpPr>
            <a:spLocks noGrp="1"/>
          </p:cNvSpPr>
          <p:nvPr>
            <p:ph type="dt" idx="8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ftr" idx="8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sldNum" idx="8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5A128E-AB4B-4D8E-BECA-6668319FD187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7" name="PlaceHolder 2"/>
          <p:cNvSpPr>
            <a:spLocks noGrp="1"/>
          </p:cNvSpPr>
          <p:nvPr>
            <p:ph type="dt" idx="8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ftr" idx="8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sldNum" idx="9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852B95-7B80-46D1-B51A-B1BCE4EF4765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body"/>
          </p:nvPr>
        </p:nvSpPr>
        <p:spPr>
          <a:xfrm>
            <a:off x="6354000" y="1628640"/>
            <a:ext cx="53218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2" name="PlaceHolder 2"/>
          <p:cNvSpPr>
            <a:spLocks noGrp="1"/>
          </p:cNvSpPr>
          <p:nvPr>
            <p:ph type="dt" idx="9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ftr" idx="9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9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2982C9-EDD7-4D55-84F9-C088BF0CAC46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532188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raphic 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sldNum" idx="9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29C960-B0A3-4641-BB12-FD4AF6DD360F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15880" y="512640"/>
            <a:ext cx="1115964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dt" idx="9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ftr" idx="9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body"/>
          </p:nvPr>
        </p:nvSpPr>
        <p:spPr>
          <a:xfrm>
            <a:off x="4764600" y="1628640"/>
            <a:ext cx="6911280" cy="4716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4400" b="1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9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ftr" idx="9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sldNum" idx="9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928EBC-F14A-448E-9028-7688CF69BD23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body"/>
          </p:nvPr>
        </p:nvSpPr>
        <p:spPr>
          <a:xfrm>
            <a:off x="515880" y="1628640"/>
            <a:ext cx="370800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Freeform 20"/>
          <p:cNvSpPr/>
          <p:nvPr/>
        </p:nvSpPr>
        <p:spPr>
          <a:xfrm rot="16200000">
            <a:off x="7447320" y="1602360"/>
            <a:ext cx="5833440" cy="3655080"/>
          </a:xfrm>
          <a:custGeom>
            <a:avLst/>
            <a:gdLst>
              <a:gd name="textAreaLeft" fmla="*/ 0 w 5833440"/>
              <a:gd name="textAreaRight" fmla="*/ 5833800 w 5833440"/>
              <a:gd name="textAreaTop" fmla="*/ 0 h 3655080"/>
              <a:gd name="textAreaBottom" fmla="*/ 3655440 h 3655080"/>
            </a:gdLst>
            <a:ahLst/>
            <a:cxnLst/>
            <a:rect l="textAreaLeft" t="textAreaTop" r="textAreaRight" b="textAreaBottom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9" name="Freeform 14"/>
          <p:cNvSpPr/>
          <p:nvPr/>
        </p:nvSpPr>
        <p:spPr>
          <a:xfrm>
            <a:off x="6122520" y="622800"/>
            <a:ext cx="2142000" cy="5634720"/>
          </a:xfrm>
          <a:custGeom>
            <a:avLst/>
            <a:gdLst>
              <a:gd name="textAreaLeft" fmla="*/ 0 w 2142000"/>
              <a:gd name="textAreaRight" fmla="*/ 2142360 w 2142000"/>
              <a:gd name="textAreaTop" fmla="*/ 0 h 5634720"/>
              <a:gd name="textAreaBottom" fmla="*/ 5635080 h 5634720"/>
            </a:gdLst>
            <a:ahLst/>
            <a:cxnLst/>
            <a:rect l="textAreaLeft" t="textAreaTop" r="textAreaRight" b="textAreaBottom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0" name="Graphic 2"/>
          <p:cNvSpPr/>
          <p:nvPr/>
        </p:nvSpPr>
        <p:spPr>
          <a:xfrm>
            <a:off x="3729600" y="614160"/>
            <a:ext cx="2153160" cy="5643720"/>
          </a:xfrm>
          <a:custGeom>
            <a:avLst/>
            <a:gdLst>
              <a:gd name="textAreaLeft" fmla="*/ 0 w 2153160"/>
              <a:gd name="textAreaRight" fmla="*/ 2153520 w 2153160"/>
              <a:gd name="textAreaTop" fmla="*/ 0 h 5643720"/>
              <a:gd name="textAreaBottom" fmla="*/ 5644080 h 5643720"/>
            </a:gdLst>
            <a:ahLst/>
            <a:cxnLst/>
            <a:rect l="textAreaLeft" t="textAreaTop" r="textAreaRight" b="textAreaBottom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dt" idx="10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ftr" idx="10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0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093B0-EFC7-400C-BEBC-0542A0D9614F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title"/>
          </p:nvPr>
        </p:nvSpPr>
        <p:spPr>
          <a:xfrm>
            <a:off x="515880" y="2029320"/>
            <a:ext cx="74458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body"/>
          </p:nvPr>
        </p:nvSpPr>
        <p:spPr>
          <a:xfrm>
            <a:off x="515880" y="3617640"/>
            <a:ext cx="74458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dk2"/>
                </a:solidFill>
                <a:latin typeface="Century Gothic"/>
              </a:rPr>
              <a:t>Ondertitel</a:t>
            </a:r>
            <a:endParaRPr lang="nl-BE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 type="body"/>
          </p:nvPr>
        </p:nvSpPr>
        <p:spPr>
          <a:xfrm>
            <a:off x="8500320" y="515880"/>
            <a:ext cx="3691440" cy="584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Graphic 6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raphic 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2227320" y="160812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0000" bIns="45720" anchor="b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dt" idx="10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ftr" idx="10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sldNum" idx="10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9B77A3-B55D-499D-AB24-192C7073DED5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 Placeholder 3"/>
          <p:cNvSpPr/>
          <p:nvPr/>
        </p:nvSpPr>
        <p:spPr>
          <a:xfrm>
            <a:off x="5404680" y="4677120"/>
            <a:ext cx="1382040" cy="3438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rial"/>
              </a:rPr>
              <a:t>Lorem ipsum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dt" idx="10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ftr" idx="10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0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F58C1F-F0B3-4B62-8FE9-F1F9E033A475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title"/>
          </p:nvPr>
        </p:nvSpPr>
        <p:spPr>
          <a:xfrm>
            <a:off x="2227320" y="299808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0000" bIns="45720" anchor="t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2227320" y="-1298160"/>
            <a:ext cx="773676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dk1"/>
                </a:solidFill>
                <a:latin typeface="Arial"/>
              </a:rPr>
              <a:t>- Lorem ipsum</a:t>
            </a:r>
            <a:endParaRPr lang="nl-B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9" name="Graphic 4"/>
          <p:cNvSpPr/>
          <p:nvPr/>
        </p:nvSpPr>
        <p:spPr>
          <a:xfrm>
            <a:off x="5547240" y="1050480"/>
            <a:ext cx="1097280" cy="841320"/>
          </a:xfrm>
          <a:custGeom>
            <a:avLst/>
            <a:gdLst>
              <a:gd name="textAreaLeft" fmla="*/ 0 w 1097280"/>
              <a:gd name="textAreaRight" fmla="*/ 1097640 w 1097280"/>
              <a:gd name="textAreaTop" fmla="*/ 0 h 841320"/>
              <a:gd name="textAreaBottom" fmla="*/ 841680 h 841320"/>
            </a:gdLst>
            <a:ahLst/>
            <a:cxnLst/>
            <a:rect l="textAreaLeft" t="textAreaTop" r="textAreaRight" b="textAreaBottom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Freeform 13"/>
          <p:cNvSpPr/>
          <p:nvPr/>
        </p:nvSpPr>
        <p:spPr>
          <a:xfrm rot="16200000">
            <a:off x="6539040" y="1229040"/>
            <a:ext cx="6881400" cy="4424040"/>
          </a:xfrm>
          <a:custGeom>
            <a:avLst/>
            <a:gdLst>
              <a:gd name="textAreaLeft" fmla="*/ 0 w 6881400"/>
              <a:gd name="textAreaRight" fmla="*/ 6881760 w 6881400"/>
              <a:gd name="textAreaTop" fmla="*/ 0 h 4424040"/>
              <a:gd name="textAreaBottom" fmla="*/ 4424400 h 4424040"/>
            </a:gdLst>
            <a:ahLst/>
            <a:cxnLst/>
            <a:rect l="textAreaLeft" t="textAreaTop" r="textAreaRight" b="textAreaBottom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body"/>
          </p:nvPr>
        </p:nvSpPr>
        <p:spPr>
          <a:xfrm>
            <a:off x="7766640" y="0"/>
            <a:ext cx="444528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52" name="PlaceHolder 2"/>
          <p:cNvSpPr>
            <a:spLocks noGrp="1"/>
          </p:cNvSpPr>
          <p:nvPr>
            <p:ph type="title"/>
          </p:nvPr>
        </p:nvSpPr>
        <p:spPr>
          <a:xfrm>
            <a:off x="515880" y="848160"/>
            <a:ext cx="6521040" cy="358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15880" y="4610160"/>
            <a:ext cx="652104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dk1"/>
                </a:solidFill>
                <a:latin typeface="Arial"/>
              </a:rPr>
              <a:t>- Lorem ipsum</a:t>
            </a:r>
            <a:endParaRPr lang="nl-B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dt" idx="10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ftr" idx="11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6"/>
          <p:cNvSpPr>
            <a:spLocks noGrp="1"/>
          </p:cNvSpPr>
          <p:nvPr>
            <p:ph type="sldNum" idx="11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81F42-CEB6-4A52-9C62-3C484690A004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Freeform 15"/>
          <p:cNvSpPr/>
          <p:nvPr/>
        </p:nvSpPr>
        <p:spPr>
          <a:xfrm rot="10800000">
            <a:off x="4468680" y="0"/>
            <a:ext cx="7723440" cy="5567760"/>
          </a:xfrm>
          <a:custGeom>
            <a:avLst/>
            <a:gdLst>
              <a:gd name="textAreaLeft" fmla="*/ 0 w 7723440"/>
              <a:gd name="textAreaRight" fmla="*/ 7723800 w 7723440"/>
              <a:gd name="textAreaTop" fmla="*/ 0 h 5567760"/>
              <a:gd name="textAreaBottom" fmla="*/ 5568120 h 5567760"/>
            </a:gdLst>
            <a:ahLst/>
            <a:cxnLst/>
            <a:rect l="textAreaLeft" t="textAreaTop" r="textAreaRight" b="textAreaBottom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body"/>
          </p:nvPr>
        </p:nvSpPr>
        <p:spPr>
          <a:xfrm>
            <a:off x="4457520" y="1080"/>
            <a:ext cx="7733880" cy="557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dt" idx="11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ftr" idx="11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sldNum" idx="11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8AE9F7-6B7A-4FA7-B354-B9B55B7C2FE3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title"/>
          </p:nvPr>
        </p:nvSpPr>
        <p:spPr>
          <a:xfrm>
            <a:off x="515880" y="2990880"/>
            <a:ext cx="4190040" cy="1236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Bedankt!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body"/>
          </p:nvPr>
        </p:nvSpPr>
        <p:spPr>
          <a:xfrm>
            <a:off x="515880" y="4449240"/>
            <a:ext cx="419868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entury Gothic"/>
              </a:rPr>
              <a:t>Contact</a:t>
            </a:r>
            <a:endParaRPr lang="nl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4" name="Graphic 1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raphic 1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" name="Rectangle 2"/>
          <p:cNvSpPr/>
          <p:nvPr/>
        </p:nvSpPr>
        <p:spPr>
          <a:xfrm>
            <a:off x="0" y="0"/>
            <a:ext cx="12180240" cy="2547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BE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1440000" rIns="90000" bIns="45000" anchor="t">
            <a:noAutofit/>
          </a:bodyPr>
          <a:lstStyle/>
          <a:p>
            <a:pPr indent="0" algn="ctr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Plaats eerst een afbeelding voordat je de titel invult.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title"/>
          </p:nvPr>
        </p:nvSpPr>
        <p:spPr>
          <a:xfrm>
            <a:off x="515880" y="3958920"/>
            <a:ext cx="4194720" cy="1190880"/>
          </a:xfrm>
          <a:prstGeom prst="rect">
            <a:avLst/>
          </a:prstGeom>
          <a:noFill/>
          <a:ln w="0">
            <a:noFill/>
          </a:ln>
        </p:spPr>
        <p:txBody>
          <a:bodyPr lIns="108000" tIns="45720" rIns="0" bIns="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507600" y="5162040"/>
            <a:ext cx="4203000" cy="4059360"/>
          </a:xfrm>
          <a:prstGeom prst="rect">
            <a:avLst/>
          </a:prstGeom>
          <a:noFill/>
          <a:ln w="0">
            <a:noFill/>
          </a:ln>
        </p:spPr>
        <p:txBody>
          <a:bodyPr lIns="108000" tIns="36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dk2"/>
                </a:solidFill>
                <a:latin typeface="Century Gothic"/>
              </a:rPr>
              <a:t>Ondertitel</a:t>
            </a:r>
            <a:endParaRPr lang="nl-BE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1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1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1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7702B-E8C4-4881-B8F6-3555DA713576}" type="slidenum">
              <a:rPr lang="en-BE" sz="1200" b="0" strike="noStrike" spc="-1">
                <a:solidFill>
                  <a:schemeClr val="lt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Freeform 11"/>
          <p:cNvSpPr/>
          <p:nvPr/>
        </p:nvSpPr>
        <p:spPr>
          <a:xfrm rot="10800000">
            <a:off x="360" y="-1080"/>
            <a:ext cx="4708080" cy="3152160"/>
          </a:xfrm>
          <a:custGeom>
            <a:avLst/>
            <a:gdLst>
              <a:gd name="textAreaLeft" fmla="*/ 0 w 4708080"/>
              <a:gd name="textAreaRight" fmla="*/ 4708440 w 4708080"/>
              <a:gd name="textAreaTop" fmla="*/ 0 h 3152160"/>
              <a:gd name="textAreaBottom" fmla="*/ 3152520 h 3152160"/>
            </a:gdLst>
            <a:ahLst/>
            <a:cxnLst/>
            <a:rect l="textAreaLeft" t="textAreaTop" r="textAreaRight" b="textAreaBottom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0" y="813960"/>
            <a:ext cx="444960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nl-BE" sz="4400" b="1" strike="noStrike" spc="-1">
                <a:solidFill>
                  <a:schemeClr val="lt1"/>
                </a:solidFill>
                <a:latin typeface="Century Gothic"/>
              </a:rPr>
              <a:t>Inhoud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dt" idx="11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ftr" idx="11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sldNum" idx="12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7593C-9DF2-4CED-97AD-7874BBECC6A0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body"/>
          </p:nvPr>
        </p:nvSpPr>
        <p:spPr>
          <a:xfrm>
            <a:off x="5224320" y="1628640"/>
            <a:ext cx="645120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Freeform 20"/>
          <p:cNvSpPr/>
          <p:nvPr/>
        </p:nvSpPr>
        <p:spPr>
          <a:xfrm rot="10800000">
            <a:off x="360" y="3349080"/>
            <a:ext cx="4708080" cy="3152880"/>
          </a:xfrm>
          <a:custGeom>
            <a:avLst/>
            <a:gdLst>
              <a:gd name="textAreaLeft" fmla="*/ 0 w 4708080"/>
              <a:gd name="textAreaRight" fmla="*/ 4708440 w 4708080"/>
              <a:gd name="textAreaTop" fmla="*/ 0 h 3152880"/>
              <a:gd name="textAreaBottom" fmla="*/ 3153240 h 3152880"/>
            </a:gdLst>
            <a:ahLst/>
            <a:cxnLst/>
            <a:rect l="textAreaLeft" t="textAreaTop" r="textAreaRight" b="textAreaBottom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body"/>
          </p:nvPr>
        </p:nvSpPr>
        <p:spPr>
          <a:xfrm>
            <a:off x="0" y="3354120"/>
            <a:ext cx="4708080" cy="3142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dt" idx="12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ftr" idx="12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sldNum" idx="12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3D6790-E79B-4555-9F34-33DCCA842135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body"/>
          </p:nvPr>
        </p:nvSpPr>
        <p:spPr>
          <a:xfrm>
            <a:off x="5224320" y="1628640"/>
            <a:ext cx="645120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  <p:sp>
        <p:nvSpPr>
          <p:cNvPr id="285" name="Freeform 6"/>
          <p:cNvSpPr/>
          <p:nvPr/>
        </p:nvSpPr>
        <p:spPr>
          <a:xfrm rot="10800000">
            <a:off x="360" y="-1080"/>
            <a:ext cx="4708080" cy="3152160"/>
          </a:xfrm>
          <a:custGeom>
            <a:avLst/>
            <a:gdLst>
              <a:gd name="textAreaLeft" fmla="*/ 0 w 4708080"/>
              <a:gd name="textAreaRight" fmla="*/ 4708440 w 4708080"/>
              <a:gd name="textAreaTop" fmla="*/ 0 h 3152160"/>
              <a:gd name="textAreaBottom" fmla="*/ 3152520 h 3152160"/>
            </a:gdLst>
            <a:ahLst/>
            <a:cxnLst/>
            <a:rect l="textAreaLeft" t="textAreaTop" r="textAreaRight" b="textAreaBottom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6" name="PlaceHolder 6"/>
          <p:cNvSpPr>
            <a:spLocks noGrp="1"/>
          </p:cNvSpPr>
          <p:nvPr>
            <p:ph type="title"/>
          </p:nvPr>
        </p:nvSpPr>
        <p:spPr>
          <a:xfrm>
            <a:off x="0" y="813960"/>
            <a:ext cx="444960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nl-BE" sz="4400" b="1" strike="noStrike" spc="-1">
                <a:solidFill>
                  <a:schemeClr val="lt1"/>
                </a:solidFill>
                <a:latin typeface="Century Gothic"/>
              </a:rPr>
              <a:t>Inhoud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Freeform 21"/>
          <p:cNvSpPr/>
          <p:nvPr/>
        </p:nvSpPr>
        <p:spPr>
          <a:xfrm>
            <a:off x="6987960" y="680040"/>
            <a:ext cx="4452480" cy="1598040"/>
          </a:xfrm>
          <a:custGeom>
            <a:avLst/>
            <a:gdLst>
              <a:gd name="textAreaLeft" fmla="*/ 0 w 4452480"/>
              <a:gd name="textAreaRight" fmla="*/ 4452840 w 4452480"/>
              <a:gd name="textAreaTop" fmla="*/ 0 h 1598040"/>
              <a:gd name="textAreaBottom" fmla="*/ 1598400 h 1598040"/>
            </a:gdLst>
            <a:ahLst/>
            <a:cxnLst/>
            <a:rect l="textAreaLeft" t="textAreaTop" r="textAreaRight" b="textAreaBottom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" name="Freeform 18"/>
          <p:cNvSpPr/>
          <p:nvPr/>
        </p:nvSpPr>
        <p:spPr>
          <a:xfrm>
            <a:off x="6971400" y="2521440"/>
            <a:ext cx="4480920" cy="1706760"/>
          </a:xfrm>
          <a:custGeom>
            <a:avLst/>
            <a:gdLst>
              <a:gd name="textAreaLeft" fmla="*/ 0 w 4480920"/>
              <a:gd name="textAreaRight" fmla="*/ 4481280 w 4480920"/>
              <a:gd name="textAreaTop" fmla="*/ 0 h 1706760"/>
              <a:gd name="textAreaBottom" fmla="*/ 1707120 h 1706760"/>
            </a:gdLst>
            <a:ahLst/>
            <a:cxnLst/>
            <a:rect l="textAreaLeft" t="textAreaTop" r="textAreaRight" b="textAreaBottom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15880" y="304560"/>
            <a:ext cx="111596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ctr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nl-BE" sz="4400" b="1" strike="noStrike" spc="-1">
                <a:solidFill>
                  <a:schemeClr val="lt2"/>
                </a:solidFill>
                <a:latin typeface="Century Gothic"/>
              </a:rPr>
              <a:t>Inhoud</a:t>
            </a:r>
            <a:endParaRPr lang="en-BE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dt" idx="12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ftr" idx="12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sldNum" idx="12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CB1431-F673-4228-8068-1A1CBC6C3A5E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body"/>
          </p:nvPr>
        </p:nvSpPr>
        <p:spPr>
          <a:xfrm>
            <a:off x="515880" y="1628640"/>
            <a:ext cx="11159640" cy="471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Klik om tekst toe te voegen. </a:t>
            </a:r>
            <a:br>
              <a:rPr sz="2400"/>
            </a:b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Voor bullets, selecteer je je tekst + TAB-toets.</a:t>
            </a:r>
          </a:p>
          <a:p>
            <a:pPr marL="360000" lvl="1" indent="-360000" defTabSz="91440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FA6432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1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720000" lvl="2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283C"/>
              </a:buClr>
              <a:buFont typeface="Arial"/>
              <a:buChar char="•"/>
              <a:tabLst>
                <a:tab pos="0" algn="l"/>
              </a:tabLst>
            </a:pPr>
            <a:r>
              <a:rPr lang="nl-BE" sz="2400" b="0" strike="noStrike" spc="-1">
                <a:solidFill>
                  <a:schemeClr val="dk1"/>
                </a:solidFill>
                <a:latin typeface="Arial"/>
              </a:rPr>
              <a:t>Bullets 2</a:t>
            </a:r>
            <a:endParaRPr lang="nl-NL" sz="2400" b="0" strike="noStrike" spc="-1">
              <a:solidFill>
                <a:schemeClr val="dk1"/>
              </a:solidFill>
              <a:latin typeface="Arial"/>
            </a:endParaRPr>
          </a:p>
          <a:p>
            <a:pPr marL="1080000" lvl="3" indent="-36000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2000" b="0" strike="noStrike" spc="-1">
                <a:solidFill>
                  <a:schemeClr val="dk1"/>
                </a:solidFill>
                <a:latin typeface="Arial"/>
              </a:rPr>
              <a:t>Bullets 3</a:t>
            </a:r>
          </a:p>
          <a:p>
            <a:pPr marL="1364400" lvl="4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800" b="0" strike="noStrike" spc="-1">
                <a:solidFill>
                  <a:schemeClr val="dk1"/>
                </a:solidFill>
                <a:latin typeface="Arial"/>
              </a:rPr>
              <a:t>Bullets 4</a:t>
            </a:r>
          </a:p>
          <a:p>
            <a:pPr marL="1580400" lvl="5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5</a:t>
            </a:r>
          </a:p>
          <a:p>
            <a:pPr marL="1832400" lvl="6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6</a:t>
            </a:r>
          </a:p>
          <a:p>
            <a:pPr marL="2084400" lvl="7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7</a:t>
            </a:r>
          </a:p>
          <a:p>
            <a:pPr marL="2444400" lvl="8" indent="-285840" defTabSz="914400">
              <a:lnSpc>
                <a:spcPct val="90000"/>
              </a:lnSpc>
              <a:spcBef>
                <a:spcPts val="201"/>
              </a:spcBef>
              <a:spcAft>
                <a:spcPts val="201"/>
              </a:spcAft>
              <a:buClr>
                <a:srgbClr val="000000"/>
              </a:buClr>
              <a:buSzPct val="80000"/>
              <a:buFont typeface="Arial"/>
              <a:buChar char="-"/>
              <a:tabLst>
                <a:tab pos="0" algn="l"/>
              </a:tabLst>
            </a:pPr>
            <a:r>
              <a:rPr lang="nl-BE" sz="1600" b="0" strike="noStrike" spc="-1">
                <a:solidFill>
                  <a:schemeClr val="dk1"/>
                </a:solidFill>
                <a:latin typeface="Arial"/>
              </a:rPr>
              <a:t>Bullets 8</a:t>
            </a:r>
          </a:p>
        </p:txBody>
      </p:sp>
      <p:sp>
        <p:nvSpPr>
          <p:cNvPr id="294" name="Graphic 16"/>
          <p:cNvSpPr/>
          <p:nvPr/>
        </p:nvSpPr>
        <p:spPr>
          <a:xfrm>
            <a:off x="6969960" y="4522320"/>
            <a:ext cx="4488120" cy="1706760"/>
          </a:xfrm>
          <a:custGeom>
            <a:avLst/>
            <a:gdLst>
              <a:gd name="textAreaLeft" fmla="*/ 0 w 4488120"/>
              <a:gd name="textAreaRight" fmla="*/ 4488480 w 4488120"/>
              <a:gd name="textAreaTop" fmla="*/ 0 h 1706760"/>
              <a:gd name="textAreaBottom" fmla="*/ 1707120 h 1706760"/>
            </a:gdLst>
            <a:ahLst/>
            <a:cxnLst/>
            <a:rect l="textAreaLeft" t="textAreaTop" r="textAreaRight" b="textAreaBottom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Freeform 519"/>
          <p:cNvSpPr/>
          <p:nvPr/>
        </p:nvSpPr>
        <p:spPr>
          <a:xfrm>
            <a:off x="9302400" y="0"/>
            <a:ext cx="2889360" cy="6867000"/>
          </a:xfrm>
          <a:custGeom>
            <a:avLst/>
            <a:gdLst>
              <a:gd name="textAreaLeft" fmla="*/ 0 w 2889360"/>
              <a:gd name="textAreaRight" fmla="*/ 2889720 w 2889360"/>
              <a:gd name="textAreaTop" fmla="*/ 0 h 6867000"/>
              <a:gd name="textAreaBottom" fmla="*/ 6867360 h 6867000"/>
            </a:gdLst>
            <a:ahLst/>
            <a:cxnLst/>
            <a:rect l="textAreaLeft" t="textAreaTop" r="textAreaRight" b="textAreaBottom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" name="Freeform 509"/>
          <p:cNvSpPr/>
          <p:nvPr/>
        </p:nvSpPr>
        <p:spPr>
          <a:xfrm rot="16200000">
            <a:off x="4337640" y="2256480"/>
            <a:ext cx="6693120" cy="2418480"/>
          </a:xfrm>
          <a:custGeom>
            <a:avLst/>
            <a:gdLst>
              <a:gd name="textAreaLeft" fmla="*/ 0 w 6693120"/>
              <a:gd name="textAreaRight" fmla="*/ 6693480 w 6693120"/>
              <a:gd name="textAreaTop" fmla="*/ 0 h 2418480"/>
              <a:gd name="textAreaBottom" fmla="*/ 2418840 h 2418480"/>
            </a:gdLst>
            <a:ahLst/>
            <a:cxnLst/>
            <a:rect l="textAreaLeft" t="textAreaTop" r="textAreaRight" b="textAreaBottom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97" name="Graphic 8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5880" y="512640"/>
            <a:ext cx="1274040" cy="508320"/>
          </a:xfrm>
          <a:prstGeom prst="rect">
            <a:avLst/>
          </a:prstGeom>
          <a:ln w="0">
            <a:noFill/>
          </a:ln>
        </p:spPr>
      </p:pic>
      <p:sp>
        <p:nvSpPr>
          <p:cNvPr id="298" name="PlaceHolder 1"/>
          <p:cNvSpPr>
            <a:spLocks noGrp="1"/>
          </p:cNvSpPr>
          <p:nvPr>
            <p:ph type="body"/>
          </p:nvPr>
        </p:nvSpPr>
        <p:spPr>
          <a:xfrm>
            <a:off x="515880" y="-918360"/>
            <a:ext cx="82072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dk2"/>
                </a:solidFill>
                <a:latin typeface="Century Gothic"/>
              </a:rPr>
              <a:t>Hoofdstuk - Ondertitel</a:t>
            </a:r>
            <a:endParaRPr lang="nl-B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515880" y="3213360"/>
            <a:ext cx="82072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dt" idx="12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ftr" idx="12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sldNum" idx="12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0A9784-27B0-4A99-9212-990B7D2595E9}" type="slidenum">
              <a:rPr lang="en-BE" sz="12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raphic 4"/>
          <p:cNvSpPr/>
          <p:nvPr/>
        </p:nvSpPr>
        <p:spPr>
          <a:xfrm>
            <a:off x="3138120" y="0"/>
            <a:ext cx="9051480" cy="6348960"/>
          </a:xfrm>
          <a:custGeom>
            <a:avLst/>
            <a:gdLst>
              <a:gd name="textAreaLeft" fmla="*/ 0 w 9051480"/>
              <a:gd name="textAreaRight" fmla="*/ 9051840 w 9051480"/>
              <a:gd name="textAreaTop" fmla="*/ 0 h 6348960"/>
              <a:gd name="textAreaBottom" fmla="*/ 6349320 h 6348960"/>
            </a:gdLst>
            <a:ahLst/>
            <a:cxnLst/>
            <a:rect l="textAreaLeft" t="textAreaTop" r="textAreaRight" b="textAreaBottom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dt" idx="13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ftr" idx="13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3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F58C27-FA37-4385-B88B-C6B8365AD952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title"/>
          </p:nvPr>
        </p:nvSpPr>
        <p:spPr>
          <a:xfrm>
            <a:off x="515880" y="2457360"/>
            <a:ext cx="1115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 type="body"/>
          </p:nvPr>
        </p:nvSpPr>
        <p:spPr>
          <a:xfrm>
            <a:off x="515880" y="4045680"/>
            <a:ext cx="1115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09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dt" idx="13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ftr" idx="13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3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0CD991-EB6E-4A7E-A617-BB136228FD5B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title"/>
          </p:nvPr>
        </p:nvSpPr>
        <p:spPr>
          <a:xfrm>
            <a:off x="2227320" y="299808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1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body"/>
          </p:nvPr>
        </p:nvSpPr>
        <p:spPr>
          <a:xfrm>
            <a:off x="2227320" y="-1298160"/>
            <a:ext cx="773676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lt1"/>
                </a:solidFill>
                <a:latin typeface="Arial"/>
              </a:rPr>
              <a:t>- Lorem ipsum</a:t>
            </a:r>
            <a:endParaRPr lang="nl-NL" sz="16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15" name="Graphic 4"/>
          <p:cNvSpPr/>
          <p:nvPr/>
        </p:nvSpPr>
        <p:spPr>
          <a:xfrm>
            <a:off x="5547240" y="1050480"/>
            <a:ext cx="1097280" cy="841320"/>
          </a:xfrm>
          <a:custGeom>
            <a:avLst/>
            <a:gdLst>
              <a:gd name="textAreaLeft" fmla="*/ 0 w 1097280"/>
              <a:gd name="textAreaRight" fmla="*/ 1097640 w 1097280"/>
              <a:gd name="textAreaTop" fmla="*/ 0 h 841320"/>
              <a:gd name="textAreaBottom" fmla="*/ 841680 h 841320"/>
            </a:gdLst>
            <a:ahLst/>
            <a:cxnLst/>
            <a:rect l="textAreaLeft" t="textAreaTop" r="textAreaRight" b="textAreaBottom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Freeform 14"/>
          <p:cNvSpPr/>
          <p:nvPr/>
        </p:nvSpPr>
        <p:spPr>
          <a:xfrm rot="16200000">
            <a:off x="6550200" y="1216440"/>
            <a:ext cx="6857640" cy="442512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4425120"/>
              <a:gd name="textAreaBottom" fmla="*/ 4425480 h 4425120"/>
            </a:gdLst>
            <a:ahLst/>
            <a:cxnLst/>
            <a:rect l="textAreaLeft" t="textAreaTop" r="textAreaRight" b="textAreaBottom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7766640" y="0"/>
            <a:ext cx="444528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515880" y="848160"/>
            <a:ext cx="6521040" cy="358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1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515880" y="4610160"/>
            <a:ext cx="652104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dk2"/>
                </a:solidFill>
                <a:latin typeface="Arial"/>
              </a:rPr>
              <a:t>- Lorem ipsum</a:t>
            </a:r>
            <a:endParaRPr lang="nl-NL" sz="16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dt" idx="13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ftr" idx="13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 type="sldNum" idx="13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BA034C-AAA6-4023-B2F0-43F49B1CC5C7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Freeform 21"/>
          <p:cNvSpPr/>
          <p:nvPr/>
        </p:nvSpPr>
        <p:spPr>
          <a:xfrm rot="10800000">
            <a:off x="4458240" y="0"/>
            <a:ext cx="7733880" cy="5571720"/>
          </a:xfrm>
          <a:custGeom>
            <a:avLst/>
            <a:gdLst>
              <a:gd name="textAreaLeft" fmla="*/ 0 w 7733880"/>
              <a:gd name="textAreaRight" fmla="*/ 7734240 w 7733880"/>
              <a:gd name="textAreaTop" fmla="*/ 0 h 5571720"/>
              <a:gd name="textAreaBottom" fmla="*/ 5572080 h 5571720"/>
            </a:gdLst>
            <a:ahLst/>
            <a:cxnLst/>
            <a:rect l="textAreaLeft" t="textAreaTop" r="textAreaRight" b="textAreaBottom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body"/>
          </p:nvPr>
        </p:nvSpPr>
        <p:spPr>
          <a:xfrm>
            <a:off x="4457520" y="1080"/>
            <a:ext cx="7733880" cy="557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title"/>
          </p:nvPr>
        </p:nvSpPr>
        <p:spPr>
          <a:xfrm>
            <a:off x="515880" y="2990880"/>
            <a:ext cx="4190040" cy="1236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dk2"/>
                </a:solidFill>
                <a:latin typeface="Century Gothic"/>
              </a:rPr>
              <a:t>Bedankt!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dt" idx="13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ftr" idx="14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 type="sldNum" idx="14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5EFABD-C807-4BF8-88F1-A5318EFC9248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PlaceHolder 6"/>
          <p:cNvSpPr>
            <a:spLocks noGrp="1"/>
          </p:cNvSpPr>
          <p:nvPr>
            <p:ph type="body"/>
          </p:nvPr>
        </p:nvSpPr>
        <p:spPr>
          <a:xfrm>
            <a:off x="515880" y="4449240"/>
            <a:ext cx="419868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800" b="0" strike="noStrike" spc="-1">
                <a:solidFill>
                  <a:schemeClr val="lt1"/>
                </a:solidFill>
                <a:latin typeface="Century Gothic"/>
              </a:rPr>
              <a:t>Contact</a:t>
            </a:r>
            <a:endParaRPr lang="nl-NL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30" name="Graphic 1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Freeform 17"/>
          <p:cNvSpPr/>
          <p:nvPr/>
        </p:nvSpPr>
        <p:spPr>
          <a:xfrm>
            <a:off x="3810240" y="0"/>
            <a:ext cx="2890440" cy="6857640"/>
          </a:xfrm>
          <a:custGeom>
            <a:avLst/>
            <a:gdLst>
              <a:gd name="textAreaLeft" fmla="*/ 0 w 2890440"/>
              <a:gd name="textAreaRight" fmla="*/ 2890800 w 289044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body"/>
          </p:nvPr>
        </p:nvSpPr>
        <p:spPr>
          <a:xfrm>
            <a:off x="6701040" y="0"/>
            <a:ext cx="497484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333" name="PlaceHolder 2"/>
          <p:cNvSpPr>
            <a:spLocks noGrp="1"/>
          </p:cNvSpPr>
          <p:nvPr>
            <p:ph type="dt" idx="14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ftr" idx="14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sldNum" idx="14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C65D4-5CD5-4A43-A851-579385A33E49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 type="title"/>
          </p:nvPr>
        </p:nvSpPr>
        <p:spPr>
          <a:xfrm>
            <a:off x="515880" y="227880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7" name="PlaceHolder 6"/>
          <p:cNvSpPr>
            <a:spLocks noGrp="1"/>
          </p:cNvSpPr>
          <p:nvPr>
            <p:ph type="body"/>
          </p:nvPr>
        </p:nvSpPr>
        <p:spPr>
          <a:xfrm>
            <a:off x="515880" y="386676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38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raphic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dt" idx="14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ftr" idx="14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4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52C237-8C49-48F4-A7A6-8C23548CA4BF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6095880" y="0"/>
            <a:ext cx="6095520" cy="439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title"/>
          </p:nvPr>
        </p:nvSpPr>
        <p:spPr>
          <a:xfrm>
            <a:off x="515880" y="294984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body"/>
          </p:nvPr>
        </p:nvSpPr>
        <p:spPr>
          <a:xfrm>
            <a:off x="515880" y="4537800"/>
            <a:ext cx="864036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46" name="Graphic 4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Freeform 483"/>
          <p:cNvSpPr/>
          <p:nvPr/>
        </p:nvSpPr>
        <p:spPr>
          <a:xfrm rot="16200000">
            <a:off x="7450200" y="1612080"/>
            <a:ext cx="5804640" cy="3672360"/>
          </a:xfrm>
          <a:custGeom>
            <a:avLst/>
            <a:gdLst>
              <a:gd name="textAreaLeft" fmla="*/ 0 w 5804640"/>
              <a:gd name="textAreaRight" fmla="*/ 5805000 w 5804640"/>
              <a:gd name="textAreaTop" fmla="*/ 0 h 3672360"/>
              <a:gd name="textAreaBottom" fmla="*/ 3672720 h 3672360"/>
            </a:gdLst>
            <a:ahLst/>
            <a:cxnLst/>
            <a:rect l="textAreaLeft" t="textAreaTop" r="textAreaRight" b="textAreaBottom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8" name="Freeform 470"/>
          <p:cNvSpPr/>
          <p:nvPr/>
        </p:nvSpPr>
        <p:spPr>
          <a:xfrm>
            <a:off x="6116400" y="623520"/>
            <a:ext cx="2161080" cy="5641920"/>
          </a:xfrm>
          <a:custGeom>
            <a:avLst/>
            <a:gdLst>
              <a:gd name="textAreaLeft" fmla="*/ 0 w 2161080"/>
              <a:gd name="textAreaRight" fmla="*/ 2161440 w 2161080"/>
              <a:gd name="textAreaTop" fmla="*/ 0 h 5641920"/>
              <a:gd name="textAreaBottom" fmla="*/ 5642280 h 5641920"/>
            </a:gdLst>
            <a:ahLst/>
            <a:cxnLst/>
            <a:rect l="textAreaLeft" t="textAreaTop" r="textAreaRight" b="textAreaBottom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9" name="Graphic 2"/>
          <p:cNvSpPr/>
          <p:nvPr/>
        </p:nvSpPr>
        <p:spPr>
          <a:xfrm>
            <a:off x="3729600" y="614160"/>
            <a:ext cx="2153160" cy="5643720"/>
          </a:xfrm>
          <a:custGeom>
            <a:avLst/>
            <a:gdLst>
              <a:gd name="textAreaLeft" fmla="*/ 0 w 2153160"/>
              <a:gd name="textAreaRight" fmla="*/ 2153520 w 2153160"/>
              <a:gd name="textAreaTop" fmla="*/ 0 h 5643720"/>
              <a:gd name="textAreaBottom" fmla="*/ 5644080 h 5643720"/>
            </a:gdLst>
            <a:ahLst/>
            <a:cxnLst/>
            <a:rect l="textAreaLeft" t="textAreaTop" r="textAreaRight" b="textAreaBottom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body"/>
          </p:nvPr>
        </p:nvSpPr>
        <p:spPr>
          <a:xfrm>
            <a:off x="8500320" y="526320"/>
            <a:ext cx="3691440" cy="584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dt" idx="14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ftr" idx="14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sldNum" idx="15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E0156B-F507-4A4A-B9E2-A961AD41118F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PlaceHolder 5"/>
          <p:cNvSpPr>
            <a:spLocks noGrp="1"/>
          </p:cNvSpPr>
          <p:nvPr>
            <p:ph type="title"/>
          </p:nvPr>
        </p:nvSpPr>
        <p:spPr>
          <a:xfrm>
            <a:off x="515880" y="2029320"/>
            <a:ext cx="74458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5" name="PlaceHolder 6"/>
          <p:cNvSpPr>
            <a:spLocks noGrp="1"/>
          </p:cNvSpPr>
          <p:nvPr>
            <p:ph type="body"/>
          </p:nvPr>
        </p:nvSpPr>
        <p:spPr>
          <a:xfrm>
            <a:off x="515880" y="3617640"/>
            <a:ext cx="74458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6" name="Graphic 6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raphic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58" name="Rectangle 5"/>
          <p:cNvSpPr/>
          <p:nvPr/>
        </p:nvSpPr>
        <p:spPr>
          <a:xfrm>
            <a:off x="0" y="0"/>
            <a:ext cx="12180240" cy="2547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BE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1440000" rIns="90000" bIns="45000" anchor="t">
            <a:noAutofit/>
          </a:bodyPr>
          <a:lstStyle/>
          <a:p>
            <a:pPr indent="0" algn="ctr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Plaats eerst een afbeelding voordat je de titel invult.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dt" idx="15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ftr" idx="15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sldNum" idx="15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E7820F-512F-44B6-9ED0-F3818B0CB181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title"/>
          </p:nvPr>
        </p:nvSpPr>
        <p:spPr>
          <a:xfrm>
            <a:off x="515880" y="3958920"/>
            <a:ext cx="4194720" cy="1190880"/>
          </a:xfrm>
          <a:prstGeom prst="rect">
            <a:avLst/>
          </a:prstGeom>
          <a:noFill/>
          <a:ln w="0">
            <a:noFill/>
          </a:ln>
        </p:spPr>
        <p:txBody>
          <a:bodyPr lIns="108000" tIns="45720" rIns="0" bIns="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 type="body"/>
          </p:nvPr>
        </p:nvSpPr>
        <p:spPr>
          <a:xfrm>
            <a:off x="507600" y="5162040"/>
            <a:ext cx="4203000" cy="4059360"/>
          </a:xfrm>
          <a:prstGeom prst="rect">
            <a:avLst/>
          </a:prstGeom>
          <a:noFill/>
          <a:ln w="0">
            <a:noFill/>
          </a:ln>
        </p:spPr>
        <p:txBody>
          <a:bodyPr lIns="108000" tIns="36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Freeform 21"/>
          <p:cNvSpPr/>
          <p:nvPr/>
        </p:nvSpPr>
        <p:spPr>
          <a:xfrm>
            <a:off x="9298080" y="6120"/>
            <a:ext cx="2890080" cy="6845040"/>
          </a:xfrm>
          <a:custGeom>
            <a:avLst/>
            <a:gdLst>
              <a:gd name="textAreaLeft" fmla="*/ 0 w 2890080"/>
              <a:gd name="textAreaRight" fmla="*/ 2890440 w 2890080"/>
              <a:gd name="textAreaTop" fmla="*/ 0 h 6845040"/>
              <a:gd name="textAreaBottom" fmla="*/ 6845400 h 6845040"/>
            </a:gdLst>
            <a:ahLst/>
            <a:cxnLst/>
            <a:rect l="textAreaLeft" t="textAreaTop" r="textAreaRight" b="textAreaBottom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6" name="Freeform 14"/>
          <p:cNvSpPr/>
          <p:nvPr/>
        </p:nvSpPr>
        <p:spPr>
          <a:xfrm rot="16200000">
            <a:off x="4388400" y="2067840"/>
            <a:ext cx="6598440" cy="2597040"/>
          </a:xfrm>
          <a:custGeom>
            <a:avLst/>
            <a:gdLst>
              <a:gd name="textAreaLeft" fmla="*/ 0 w 6598440"/>
              <a:gd name="textAreaRight" fmla="*/ 6598800 w 6598440"/>
              <a:gd name="textAreaTop" fmla="*/ 0 h 2597040"/>
              <a:gd name="textAreaBottom" fmla="*/ 2597400 h 2597040"/>
            </a:gdLst>
            <a:ahLst/>
            <a:cxnLst/>
            <a:rect l="textAreaLeft" t="textAreaTop" r="textAreaRight" b="textAreaBottom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dt" idx="15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ftr" idx="15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5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F83436-E10E-436D-9BED-B8907DDF7A5D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515880" y="-918360"/>
            <a:ext cx="82072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lt1"/>
                </a:solidFill>
                <a:latin typeface="Century Gothic"/>
              </a:rPr>
              <a:t>Hoofdstuk - Ondertitel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71" name="PlaceHolder 5"/>
          <p:cNvSpPr>
            <a:spLocks noGrp="1"/>
          </p:cNvSpPr>
          <p:nvPr>
            <p:ph type="title"/>
          </p:nvPr>
        </p:nvSpPr>
        <p:spPr>
          <a:xfrm>
            <a:off x="515880" y="3213360"/>
            <a:ext cx="82072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2" name="Graphic 8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Freeform 114"/>
          <p:cNvSpPr/>
          <p:nvPr/>
        </p:nvSpPr>
        <p:spPr>
          <a:xfrm rot="5400000">
            <a:off x="8331840" y="3857760"/>
            <a:ext cx="1423800" cy="4575600"/>
          </a:xfrm>
          <a:custGeom>
            <a:avLst/>
            <a:gdLst>
              <a:gd name="textAreaLeft" fmla="*/ 0 w 1423800"/>
              <a:gd name="textAreaRight" fmla="*/ 1424160 w 1423800"/>
              <a:gd name="textAreaTop" fmla="*/ 0 h 4575600"/>
              <a:gd name="textAreaBottom" fmla="*/ 4575960 h 4575600"/>
            </a:gdLst>
            <a:ahLst/>
            <a:cxnLst/>
            <a:rect l="textAreaLeft" t="textAreaTop" r="textAreaRight" b="textAreaBottom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4" name="Freeform 17"/>
          <p:cNvSpPr/>
          <p:nvPr/>
        </p:nvSpPr>
        <p:spPr>
          <a:xfrm rot="10800000">
            <a:off x="6424200" y="1787760"/>
            <a:ext cx="5177160" cy="3249000"/>
          </a:xfrm>
          <a:custGeom>
            <a:avLst/>
            <a:gdLst>
              <a:gd name="textAreaLeft" fmla="*/ 0 w 5177160"/>
              <a:gd name="textAreaRight" fmla="*/ 5177520 w 5177160"/>
              <a:gd name="textAreaTop" fmla="*/ 0 h 3249000"/>
              <a:gd name="textAreaBottom" fmla="*/ 3249360 h 3249000"/>
            </a:gdLst>
            <a:ahLst/>
            <a:cxnLst/>
            <a:rect l="textAreaLeft" t="textAreaTop" r="textAreaRight" b="textAreaBottom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body"/>
          </p:nvPr>
        </p:nvSpPr>
        <p:spPr>
          <a:xfrm>
            <a:off x="6422040" y="1787400"/>
            <a:ext cx="5218920" cy="32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dt" idx="15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ftr" idx="15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sldNum" idx="15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CD51FD-ED57-490E-9349-C3F9C059F415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5880" y="-114984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lt1"/>
                </a:solidFill>
                <a:latin typeface="Century Gothic"/>
              </a:rPr>
              <a:t>Hoofdstuk - Ondertitel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 type="title"/>
          </p:nvPr>
        </p:nvSpPr>
        <p:spPr>
          <a:xfrm>
            <a:off x="515880" y="298188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1" name="Graphic 1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2" name="Freeform 18"/>
          <p:cNvSpPr/>
          <p:nvPr/>
        </p:nvSpPr>
        <p:spPr>
          <a:xfrm rot="16200000">
            <a:off x="8319240" y="-1555560"/>
            <a:ext cx="1423800" cy="4535640"/>
          </a:xfrm>
          <a:custGeom>
            <a:avLst/>
            <a:gdLst>
              <a:gd name="textAreaLeft" fmla="*/ 0 w 1423800"/>
              <a:gd name="textAreaRight" fmla="*/ 1424160 w 1423800"/>
              <a:gd name="textAreaTop" fmla="*/ 0 h 4535640"/>
              <a:gd name="textAreaBottom" fmla="*/ 4536000 h 4535640"/>
            </a:gdLst>
            <a:ahLst/>
            <a:cxnLst/>
            <a:rect l="textAreaLeft" t="textAreaTop" r="textAreaRight" b="textAreaBottom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raphic 6"/>
          <p:cNvSpPr/>
          <p:nvPr/>
        </p:nvSpPr>
        <p:spPr>
          <a:xfrm>
            <a:off x="0" y="0"/>
            <a:ext cx="12192120" cy="6857640"/>
          </a:xfrm>
          <a:custGeom>
            <a:avLst/>
            <a:gdLst>
              <a:gd name="textAreaLeft" fmla="*/ 0 w 12192120"/>
              <a:gd name="textAreaRight" fmla="*/ 12192480 w 1219212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body"/>
          </p:nvPr>
        </p:nvSpPr>
        <p:spPr>
          <a:xfrm>
            <a:off x="515880" y="512640"/>
            <a:ext cx="1115964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385" name="PlaceHolder 2"/>
          <p:cNvSpPr>
            <a:spLocks noGrp="1"/>
          </p:cNvSpPr>
          <p:nvPr>
            <p:ph type="dt" idx="16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ftr" idx="16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sldNum" idx="16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402358-2CA7-4049-BA88-84F1A44D6030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raphic 2"/>
          <p:cNvSpPr/>
          <p:nvPr/>
        </p:nvSpPr>
        <p:spPr>
          <a:xfrm>
            <a:off x="0" y="46440"/>
            <a:ext cx="12192840" cy="6765120"/>
          </a:xfrm>
          <a:custGeom>
            <a:avLst/>
            <a:gdLst>
              <a:gd name="textAreaLeft" fmla="*/ 0 w 12192840"/>
              <a:gd name="textAreaRight" fmla="*/ 12193200 w 12192840"/>
              <a:gd name="textAreaTop" fmla="*/ 0 h 6765120"/>
              <a:gd name="textAreaBottom" fmla="*/ 6765480 h 6765120"/>
            </a:gdLst>
            <a:ahLst/>
            <a:cxnLst/>
            <a:rect l="textAreaLeft" t="textAreaTop" r="textAreaRight" b="textAreaBottom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dt" idx="16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ftr" idx="16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6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64C8B-29AD-49FC-8437-B9C387B5F399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 type="title"/>
          </p:nvPr>
        </p:nvSpPr>
        <p:spPr>
          <a:xfrm>
            <a:off x="2227320" y="160812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b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1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3" name="Text Placeholder 3"/>
          <p:cNvSpPr/>
          <p:nvPr/>
        </p:nvSpPr>
        <p:spPr>
          <a:xfrm>
            <a:off x="5404680" y="4677120"/>
            <a:ext cx="1382040" cy="3438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rial"/>
              </a:rPr>
              <a:t>Lorem ipsum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raphic 4"/>
          <p:cNvSpPr/>
          <p:nvPr/>
        </p:nvSpPr>
        <p:spPr>
          <a:xfrm>
            <a:off x="3138120" y="0"/>
            <a:ext cx="9051480" cy="6348960"/>
          </a:xfrm>
          <a:custGeom>
            <a:avLst/>
            <a:gdLst>
              <a:gd name="textAreaLeft" fmla="*/ 0 w 9051480"/>
              <a:gd name="textAreaRight" fmla="*/ 9051840 w 9051480"/>
              <a:gd name="textAreaTop" fmla="*/ 0 h 6348960"/>
              <a:gd name="textAreaBottom" fmla="*/ 6349320 h 6348960"/>
            </a:gdLst>
            <a:ahLst/>
            <a:cxnLst/>
            <a:rect l="textAreaLeft" t="textAreaTop" r="textAreaRight" b="textAreaBottom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dt" idx="16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ftr" idx="16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6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668683-47B4-4647-B640-7BB981EFBC89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title"/>
          </p:nvPr>
        </p:nvSpPr>
        <p:spPr>
          <a:xfrm>
            <a:off x="515880" y="2457360"/>
            <a:ext cx="1115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body"/>
          </p:nvPr>
        </p:nvSpPr>
        <p:spPr>
          <a:xfrm>
            <a:off x="515880" y="4045680"/>
            <a:ext cx="1115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00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dt" idx="16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ftr" idx="17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7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94E0CD-2A5B-4FF0-B84A-25953D95A16F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title"/>
          </p:nvPr>
        </p:nvSpPr>
        <p:spPr>
          <a:xfrm>
            <a:off x="2227320" y="299808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1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 type="body"/>
          </p:nvPr>
        </p:nvSpPr>
        <p:spPr>
          <a:xfrm>
            <a:off x="2227320" y="-1298160"/>
            <a:ext cx="773676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lt1"/>
                </a:solidFill>
                <a:latin typeface="Arial"/>
              </a:rPr>
              <a:t>- Lorem ipsum</a:t>
            </a:r>
            <a:endParaRPr lang="nl-NL" sz="16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06" name="Graphic 4"/>
          <p:cNvSpPr/>
          <p:nvPr/>
        </p:nvSpPr>
        <p:spPr>
          <a:xfrm>
            <a:off x="5547240" y="1050480"/>
            <a:ext cx="1097280" cy="841320"/>
          </a:xfrm>
          <a:custGeom>
            <a:avLst/>
            <a:gdLst>
              <a:gd name="textAreaLeft" fmla="*/ 0 w 1097280"/>
              <a:gd name="textAreaRight" fmla="*/ 1097640 w 1097280"/>
              <a:gd name="textAreaTop" fmla="*/ 0 h 841320"/>
              <a:gd name="textAreaBottom" fmla="*/ 841680 h 841320"/>
            </a:gdLst>
            <a:ahLst/>
            <a:cxnLst/>
            <a:rect l="textAreaLeft" t="textAreaTop" r="textAreaRight" b="textAreaBottom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Freeform 9"/>
          <p:cNvSpPr/>
          <p:nvPr/>
        </p:nvSpPr>
        <p:spPr>
          <a:xfrm rot="16200000">
            <a:off x="6550200" y="1216440"/>
            <a:ext cx="6857640" cy="442512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4425120"/>
              <a:gd name="textAreaBottom" fmla="*/ 4425480 h 4425120"/>
            </a:gdLst>
            <a:ahLst/>
            <a:cxnLst/>
            <a:rect l="textAreaLeft" t="textAreaTop" r="textAreaRight" b="textAreaBottom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body"/>
          </p:nvPr>
        </p:nvSpPr>
        <p:spPr>
          <a:xfrm>
            <a:off x="7766640" y="0"/>
            <a:ext cx="444528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409" name="PlaceHolder 2"/>
          <p:cNvSpPr>
            <a:spLocks noGrp="1"/>
          </p:cNvSpPr>
          <p:nvPr>
            <p:ph type="title"/>
          </p:nvPr>
        </p:nvSpPr>
        <p:spPr>
          <a:xfrm>
            <a:off x="515880" y="848160"/>
            <a:ext cx="6521040" cy="358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body"/>
          </p:nvPr>
        </p:nvSpPr>
        <p:spPr>
          <a:xfrm>
            <a:off x="515880" y="4610160"/>
            <a:ext cx="6521040" cy="4069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1600" b="0" i="1" strike="noStrike" spc="-1">
                <a:solidFill>
                  <a:schemeClr val="lt1"/>
                </a:solidFill>
                <a:latin typeface="Arial"/>
              </a:rPr>
              <a:t>- Lorem ipsum</a:t>
            </a:r>
            <a:endParaRPr lang="nl-NL" sz="16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 type="dt" idx="172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 type="ftr" idx="173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PlaceHolder 6"/>
          <p:cNvSpPr>
            <a:spLocks noGrp="1"/>
          </p:cNvSpPr>
          <p:nvPr>
            <p:ph type="sldNum" idx="174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0C8409-331C-4AC2-A24E-85B4BCA51120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Freeform 15"/>
          <p:cNvSpPr/>
          <p:nvPr/>
        </p:nvSpPr>
        <p:spPr>
          <a:xfrm rot="10800000">
            <a:off x="4458960" y="4680"/>
            <a:ext cx="7733160" cy="5515200"/>
          </a:xfrm>
          <a:custGeom>
            <a:avLst/>
            <a:gdLst>
              <a:gd name="textAreaLeft" fmla="*/ 0 w 7733160"/>
              <a:gd name="textAreaRight" fmla="*/ 7733520 w 7733160"/>
              <a:gd name="textAreaTop" fmla="*/ 0 h 5515200"/>
              <a:gd name="textAreaBottom" fmla="*/ 5515560 h 5515200"/>
            </a:gdLst>
            <a:ahLst/>
            <a:cxnLst/>
            <a:rect l="textAreaLeft" t="textAreaTop" r="textAreaRight" b="textAreaBottom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body"/>
          </p:nvPr>
        </p:nvSpPr>
        <p:spPr>
          <a:xfrm>
            <a:off x="4457520" y="1080"/>
            <a:ext cx="7733880" cy="557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dt" idx="175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ftr" idx="176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sldNum" idx="177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8CC3FC-C9D5-4C8A-91D4-347E43CDA3B0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title"/>
          </p:nvPr>
        </p:nvSpPr>
        <p:spPr>
          <a:xfrm>
            <a:off x="515880" y="2990880"/>
            <a:ext cx="4190040" cy="1236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2"/>
                </a:solidFill>
                <a:latin typeface="Century Gothic"/>
              </a:rPr>
              <a:t>Bedankt!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0" name="PlaceHolder 6"/>
          <p:cNvSpPr>
            <a:spLocks noGrp="1"/>
          </p:cNvSpPr>
          <p:nvPr>
            <p:ph type="body"/>
          </p:nvPr>
        </p:nvSpPr>
        <p:spPr>
          <a:xfrm>
            <a:off x="515880" y="4449240"/>
            <a:ext cx="419868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800" b="0" strike="noStrike" spc="-1">
                <a:solidFill>
                  <a:schemeClr val="lt1"/>
                </a:solidFill>
                <a:latin typeface="Century Gothic"/>
              </a:rPr>
              <a:t>Contact</a:t>
            </a:r>
            <a:endParaRPr lang="nl-NL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21" name="Graphic 1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raphic 13"/>
          <p:cNvSpPr/>
          <p:nvPr/>
        </p:nvSpPr>
        <p:spPr>
          <a:xfrm>
            <a:off x="3805200" y="0"/>
            <a:ext cx="2897280" cy="6857640"/>
          </a:xfrm>
          <a:custGeom>
            <a:avLst/>
            <a:gdLst>
              <a:gd name="textAreaLeft" fmla="*/ 0 w 2897280"/>
              <a:gd name="textAreaRight" fmla="*/ 2897640 w 289728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 type="dt" idx="178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ftr" idx="179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80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6CE36-0B7B-4446-B7AF-BC674B79C6A7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title"/>
          </p:nvPr>
        </p:nvSpPr>
        <p:spPr>
          <a:xfrm>
            <a:off x="515880" y="227880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 type="body"/>
          </p:nvPr>
        </p:nvSpPr>
        <p:spPr>
          <a:xfrm>
            <a:off x="515880" y="386676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28" name="PlaceHolder 6"/>
          <p:cNvSpPr>
            <a:spLocks noGrp="1"/>
          </p:cNvSpPr>
          <p:nvPr>
            <p:ph type="body"/>
          </p:nvPr>
        </p:nvSpPr>
        <p:spPr>
          <a:xfrm>
            <a:off x="6701040" y="0"/>
            <a:ext cx="497484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429" name="Graphic 2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raphic 1"/>
          <p:cNvSpPr/>
          <p:nvPr/>
        </p:nvSpPr>
        <p:spPr>
          <a:xfrm>
            <a:off x="0" y="0"/>
            <a:ext cx="12180240" cy="6864840"/>
          </a:xfrm>
          <a:custGeom>
            <a:avLst/>
            <a:gdLst>
              <a:gd name="textAreaLeft" fmla="*/ 0 w 12180240"/>
              <a:gd name="textAreaRight" fmla="*/ 12180600 w 12180240"/>
              <a:gd name="textAreaTop" fmla="*/ 0 h 6864840"/>
              <a:gd name="textAreaBottom" fmla="*/ 6865200 h 6864840"/>
            </a:gdLst>
            <a:ahLst/>
            <a:cxnLst/>
            <a:rect l="textAreaLeft" t="textAreaTop" r="textAreaRight" b="textAreaBottom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dt" idx="181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ftr" idx="182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83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F038B7-CEB6-4DBC-B071-B9BB47F2F12F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body"/>
          </p:nvPr>
        </p:nvSpPr>
        <p:spPr>
          <a:xfrm>
            <a:off x="6095880" y="0"/>
            <a:ext cx="6095520" cy="439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title"/>
          </p:nvPr>
        </p:nvSpPr>
        <p:spPr>
          <a:xfrm>
            <a:off x="515880" y="294984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6" name="PlaceHolder 6"/>
          <p:cNvSpPr>
            <a:spLocks noGrp="1"/>
          </p:cNvSpPr>
          <p:nvPr>
            <p:ph type="body"/>
          </p:nvPr>
        </p:nvSpPr>
        <p:spPr>
          <a:xfrm>
            <a:off x="515880" y="4537800"/>
            <a:ext cx="864036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37" name="Graphic 4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raphic 2"/>
          <p:cNvSpPr/>
          <p:nvPr/>
        </p:nvSpPr>
        <p:spPr>
          <a:xfrm>
            <a:off x="3729600" y="614160"/>
            <a:ext cx="2153160" cy="5643720"/>
          </a:xfrm>
          <a:custGeom>
            <a:avLst/>
            <a:gdLst>
              <a:gd name="textAreaLeft" fmla="*/ 0 w 2153160"/>
              <a:gd name="textAreaRight" fmla="*/ 2153520 w 2153160"/>
              <a:gd name="textAreaTop" fmla="*/ 0 h 5643720"/>
              <a:gd name="textAreaBottom" fmla="*/ 5644080 h 5643720"/>
            </a:gdLst>
            <a:ahLst/>
            <a:cxnLst/>
            <a:rect l="textAreaLeft" t="textAreaTop" r="textAreaRight" b="textAreaBottom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39" name="Graphic 1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 rot="16200000">
            <a:off x="7427880" y="1591560"/>
            <a:ext cx="5842440" cy="3685320"/>
          </a:xfrm>
          <a:prstGeom prst="rect">
            <a:avLst/>
          </a:prstGeom>
          <a:ln w="0">
            <a:noFill/>
          </a:ln>
        </p:spPr>
      </p:pic>
      <p:pic>
        <p:nvPicPr>
          <p:cNvPr id="440" name="Graphic 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6200000">
            <a:off x="4365000" y="2358000"/>
            <a:ext cx="5644440" cy="2148840"/>
          </a:xfrm>
          <a:prstGeom prst="rect">
            <a:avLst/>
          </a:prstGeom>
          <a:ln w="0">
            <a:noFill/>
          </a:ln>
        </p:spPr>
      </p:pic>
      <p:sp>
        <p:nvSpPr>
          <p:cNvPr id="441" name="PlaceHolder 1"/>
          <p:cNvSpPr>
            <a:spLocks noGrp="1"/>
          </p:cNvSpPr>
          <p:nvPr>
            <p:ph type="body"/>
          </p:nvPr>
        </p:nvSpPr>
        <p:spPr>
          <a:xfrm>
            <a:off x="8500320" y="512640"/>
            <a:ext cx="3691440" cy="584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dt" idx="184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ftr" idx="185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 type="sldNum" idx="186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91BD9-3388-43D0-9997-075C121B700B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 type="title"/>
          </p:nvPr>
        </p:nvSpPr>
        <p:spPr>
          <a:xfrm>
            <a:off x="515880" y="2029320"/>
            <a:ext cx="74458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of lange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46" name="PlaceHolder 6"/>
          <p:cNvSpPr>
            <a:spLocks noGrp="1"/>
          </p:cNvSpPr>
          <p:nvPr>
            <p:ph type="body"/>
          </p:nvPr>
        </p:nvSpPr>
        <p:spPr>
          <a:xfrm>
            <a:off x="515880" y="3617640"/>
            <a:ext cx="74458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108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47" name="Graphic 6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49" name="Rectangle 5"/>
          <p:cNvSpPr/>
          <p:nvPr/>
        </p:nvSpPr>
        <p:spPr>
          <a:xfrm>
            <a:off x="0" y="0"/>
            <a:ext cx="12180240" cy="2547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BE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1440000" rIns="90000" bIns="45000" anchor="t">
            <a:noAutofit/>
          </a:bodyPr>
          <a:lstStyle/>
          <a:p>
            <a:pPr indent="0" algn="ctr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Plaats eerst een afbeelding voordat je de titel invult.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dt" idx="187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ftr" idx="188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 type="sldNum" idx="189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7A1075-9566-4EB8-A167-5F36A5681B3D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title"/>
          </p:nvPr>
        </p:nvSpPr>
        <p:spPr>
          <a:xfrm>
            <a:off x="515880" y="3958920"/>
            <a:ext cx="4194720" cy="1190880"/>
          </a:xfrm>
          <a:prstGeom prst="rect">
            <a:avLst/>
          </a:prstGeom>
          <a:noFill/>
          <a:ln w="0">
            <a:noFill/>
          </a:ln>
        </p:spPr>
        <p:txBody>
          <a:bodyPr lIns="108000" tIns="45720" rIns="0" bIns="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2"/>
                </a:solidFill>
                <a:latin typeface="Century Gothic"/>
              </a:rPr>
              <a:t>Korte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507600" y="5162040"/>
            <a:ext cx="4203000" cy="4059360"/>
          </a:xfrm>
          <a:prstGeom prst="rect">
            <a:avLst/>
          </a:prstGeom>
          <a:noFill/>
          <a:ln w="0">
            <a:noFill/>
          </a:ln>
        </p:spPr>
        <p:txBody>
          <a:bodyPr lIns="108000" tIns="36000" rIns="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chemeClr val="lt1"/>
                </a:solidFill>
                <a:latin typeface="Century Gothic"/>
              </a:rPr>
              <a:t>Ondertitel</a:t>
            </a:r>
            <a:endParaRPr lang="nl-NL" sz="280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Freeform 23"/>
          <p:cNvSpPr/>
          <p:nvPr/>
        </p:nvSpPr>
        <p:spPr>
          <a:xfrm rot="16200000">
            <a:off x="4275720" y="2125440"/>
            <a:ext cx="6857640" cy="260748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2607480"/>
              <a:gd name="textAreaBottom" fmla="*/ 2607840 h 2607480"/>
            </a:gdLst>
            <a:ahLst/>
            <a:cxnLst/>
            <a:rect l="textAreaLeft" t="textAreaTop" r="textAreaRight" b="textAreaBottom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7" name="Freeform 18"/>
          <p:cNvSpPr/>
          <p:nvPr/>
        </p:nvSpPr>
        <p:spPr>
          <a:xfrm>
            <a:off x="9308520" y="0"/>
            <a:ext cx="2882880" cy="6857640"/>
          </a:xfrm>
          <a:custGeom>
            <a:avLst/>
            <a:gdLst>
              <a:gd name="textAreaLeft" fmla="*/ 0 w 2882880"/>
              <a:gd name="textAreaRight" fmla="*/ 2883240 w 288288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8" name="PlaceHolder 1"/>
          <p:cNvSpPr>
            <a:spLocks noGrp="1"/>
          </p:cNvSpPr>
          <p:nvPr>
            <p:ph type="dt" idx="190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ftr" idx="191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92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E1DDB9-1F8B-46AF-821C-7D6FB77CA71E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body"/>
          </p:nvPr>
        </p:nvSpPr>
        <p:spPr>
          <a:xfrm>
            <a:off x="515880" y="-918360"/>
            <a:ext cx="820728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lt1"/>
                </a:solidFill>
                <a:latin typeface="Century Gothic"/>
              </a:rPr>
              <a:t>Hoofdstuk - Ondertitel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 type="title"/>
          </p:nvPr>
        </p:nvSpPr>
        <p:spPr>
          <a:xfrm>
            <a:off x="515880" y="3213360"/>
            <a:ext cx="820728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3" name="Graphic 8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Freeform 21"/>
          <p:cNvSpPr/>
          <p:nvPr/>
        </p:nvSpPr>
        <p:spPr>
          <a:xfrm rot="16200000" flipH="1" flipV="1">
            <a:off x="8320320" y="3879360"/>
            <a:ext cx="1420200" cy="4535640"/>
          </a:xfrm>
          <a:custGeom>
            <a:avLst/>
            <a:gdLst>
              <a:gd name="textAreaLeft" fmla="*/ -360 w 1420200"/>
              <a:gd name="textAreaRight" fmla="*/ 1420200 w 1420200"/>
              <a:gd name="textAreaTop" fmla="*/ -360 h 4535640"/>
              <a:gd name="textAreaBottom" fmla="*/ 4535640 h 4535640"/>
            </a:gdLst>
            <a:ahLst/>
            <a:cxnLst/>
            <a:rect l="textAreaLeft" t="textAreaTop" r="textAreaRight" b="textAreaBottom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5" name="Freeform 16"/>
          <p:cNvSpPr/>
          <p:nvPr/>
        </p:nvSpPr>
        <p:spPr>
          <a:xfrm rot="10800000">
            <a:off x="6423120" y="1787760"/>
            <a:ext cx="5197680" cy="3245040"/>
          </a:xfrm>
          <a:custGeom>
            <a:avLst/>
            <a:gdLst>
              <a:gd name="textAreaLeft" fmla="*/ 0 w 5197680"/>
              <a:gd name="textAreaRight" fmla="*/ 5198040 w 5197680"/>
              <a:gd name="textAreaTop" fmla="*/ 0 h 3245040"/>
              <a:gd name="textAreaBottom" fmla="*/ 3245400 h 3245040"/>
            </a:gdLst>
            <a:ahLst/>
            <a:cxnLst/>
            <a:rect l="textAreaLeft" t="textAreaTop" r="textAreaRight" b="textAreaBottom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body"/>
          </p:nvPr>
        </p:nvSpPr>
        <p:spPr>
          <a:xfrm>
            <a:off x="6422040" y="1787400"/>
            <a:ext cx="5218920" cy="32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BE" sz="24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Arial"/>
              </a:rPr>
              <a:t>Afbeelding (optioneel)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dt" idx="193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ftr" idx="194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sldNum" idx="195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65C4A3-4FB9-4774-82B8-C5722C7AAD7C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body"/>
          </p:nvPr>
        </p:nvSpPr>
        <p:spPr>
          <a:xfrm>
            <a:off x="515880" y="-1139400"/>
            <a:ext cx="5579640" cy="41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10800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400" b="1" i="1" strike="noStrike" spc="-1">
                <a:solidFill>
                  <a:schemeClr val="lt1"/>
                </a:solidFill>
                <a:latin typeface="Century Gothic"/>
              </a:rPr>
              <a:t>Hoofdstuk - Ondertitel</a:t>
            </a:r>
            <a:endParaRPr lang="nl-NL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title"/>
          </p:nvPr>
        </p:nvSpPr>
        <p:spPr>
          <a:xfrm>
            <a:off x="515880" y="2992680"/>
            <a:ext cx="5579640" cy="15876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GB" sz="5400" b="0" strike="noStrike" spc="-1">
                <a:solidFill>
                  <a:schemeClr val="lt1"/>
                </a:solidFill>
                <a:latin typeface="Century Gothic"/>
              </a:rPr>
              <a:t>Hoofdstuk - Titel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72" name="Graphic 1"/>
          <p:cNvSpPr/>
          <p:nvPr/>
        </p:nvSpPr>
        <p:spPr>
          <a:xfrm>
            <a:off x="515880" y="512640"/>
            <a:ext cx="1274040" cy="508320"/>
          </a:xfrm>
          <a:custGeom>
            <a:avLst/>
            <a:gdLst>
              <a:gd name="textAreaLeft" fmla="*/ 0 w 1274040"/>
              <a:gd name="textAreaRight" fmla="*/ 1274400 w 127404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73" name="Freeform 17"/>
          <p:cNvSpPr/>
          <p:nvPr/>
        </p:nvSpPr>
        <p:spPr>
          <a:xfrm rot="16200000">
            <a:off x="8319240" y="-1555560"/>
            <a:ext cx="1423800" cy="4535640"/>
          </a:xfrm>
          <a:custGeom>
            <a:avLst/>
            <a:gdLst>
              <a:gd name="textAreaLeft" fmla="*/ 0 w 1423800"/>
              <a:gd name="textAreaRight" fmla="*/ 1424160 w 1423800"/>
              <a:gd name="textAreaTop" fmla="*/ 0 h 4535640"/>
              <a:gd name="textAreaBottom" fmla="*/ 4536000 h 4535640"/>
            </a:gdLst>
            <a:ahLst/>
            <a:cxnLst/>
            <a:rect l="textAreaLeft" t="textAreaTop" r="textAreaRight" b="textAreaBottom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raphic 2"/>
          <p:cNvSpPr/>
          <p:nvPr/>
        </p:nvSpPr>
        <p:spPr>
          <a:xfrm>
            <a:off x="0" y="0"/>
            <a:ext cx="12192840" cy="6864840"/>
          </a:xfrm>
          <a:custGeom>
            <a:avLst/>
            <a:gdLst>
              <a:gd name="textAreaLeft" fmla="*/ 0 w 12192840"/>
              <a:gd name="textAreaRight" fmla="*/ 12193200 w 12192840"/>
              <a:gd name="textAreaTop" fmla="*/ 0 h 6864840"/>
              <a:gd name="textAreaBottom" fmla="*/ 6865200 h 6864840"/>
            </a:gdLst>
            <a:ahLst/>
            <a:cxnLst/>
            <a:rect l="textAreaLeft" t="textAreaTop" r="textAreaRight" b="textAreaBottom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body"/>
          </p:nvPr>
        </p:nvSpPr>
        <p:spPr>
          <a:xfrm>
            <a:off x="515880" y="512640"/>
            <a:ext cx="11159640" cy="58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strike="noStrike" spc="-1">
                <a:solidFill>
                  <a:schemeClr val="lt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E" sz="2400" b="0" strike="noStrike" spc="-1">
                <a:solidFill>
                  <a:schemeClr val="lt1"/>
                </a:solidFill>
                <a:latin typeface="Arial"/>
              </a:rPr>
              <a:t>Seventh Outline Level</a:t>
            </a:r>
          </a:p>
        </p:txBody>
      </p:sp>
      <p:sp>
        <p:nvSpPr>
          <p:cNvPr id="476" name="PlaceHolder 2"/>
          <p:cNvSpPr>
            <a:spLocks noGrp="1"/>
          </p:cNvSpPr>
          <p:nvPr>
            <p:ph type="dt" idx="196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ftr" idx="197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 type="sldNum" idx="198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0F6EC7-4535-4394-97D8-AC8530717F62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raphic 5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B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80" name="PlaceHolder 1"/>
          <p:cNvSpPr>
            <a:spLocks noGrp="1"/>
          </p:cNvSpPr>
          <p:nvPr>
            <p:ph type="dt" idx="199"/>
          </p:nvPr>
        </p:nvSpPr>
        <p:spPr>
          <a:xfrm>
            <a:off x="7766640" y="6468840"/>
            <a:ext cx="329832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nl-NL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nl-NL" sz="1200" b="0" strike="noStrike" spc="-1">
                <a:solidFill>
                  <a:schemeClr val="lt1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ftr" idx="200"/>
          </p:nvPr>
        </p:nvSpPr>
        <p:spPr>
          <a:xfrm>
            <a:off x="515880" y="6468840"/>
            <a:ext cx="7250400" cy="2764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lt1"/>
                </a:solidFill>
                <a:latin typeface="Arial"/>
              </a:rPr>
              <a:t>&lt;footer&gt;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201"/>
          </p:nvPr>
        </p:nvSpPr>
        <p:spPr>
          <a:xfrm>
            <a:off x="11065320" y="6468840"/>
            <a:ext cx="610200" cy="2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strike="noStrike" spc="-1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F90BD-76FD-44F2-8110-9606C275AC2A}" type="slidenum">
              <a:rPr lang="en-BE" sz="1200" b="0" strike="noStrike" spc="-1">
                <a:solidFill>
                  <a:schemeClr val="lt1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title"/>
          </p:nvPr>
        </p:nvSpPr>
        <p:spPr>
          <a:xfrm>
            <a:off x="2227320" y="1608120"/>
            <a:ext cx="7736760" cy="28897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b">
            <a:noAutofit/>
          </a:bodyPr>
          <a:lstStyle/>
          <a:p>
            <a:pPr indent="0" algn="ctr" defTabSz="914400">
              <a:lnSpc>
                <a:spcPct val="85000"/>
              </a:lnSpc>
              <a:buNone/>
            </a:pPr>
            <a:r>
              <a:rPr lang="en-GB" sz="5400" b="1" strike="noStrike" spc="-1">
                <a:solidFill>
                  <a:schemeClr val="lt1"/>
                </a:solidFill>
                <a:latin typeface="Century Gothic"/>
              </a:rPr>
              <a:t>"Deze slide is perfect voor citaten of andere korte teksten."</a:t>
            </a:r>
            <a:endParaRPr lang="en-BE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84" name="Text Placeholder 3"/>
          <p:cNvSpPr/>
          <p:nvPr/>
        </p:nvSpPr>
        <p:spPr>
          <a:xfrm>
            <a:off x="5404680" y="4677120"/>
            <a:ext cx="1382040" cy="3438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rial"/>
              </a:rPr>
              <a:t>Lorem ipsum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15880" y="2457360"/>
            <a:ext cx="11159640" cy="15876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lvl="0" algn="l">
              <a:lnSpc>
                <a:spcPct val="85000"/>
              </a:lnSpc>
              <a:buNone/>
            </a:pPr>
            <a:r>
              <a:rPr lang="nl-BE" sz="5400" spc="-1" dirty="0">
                <a:solidFill>
                  <a:srgbClr val="FA6432"/>
                </a:solidFill>
                <a:latin typeface="Century Gothic"/>
              </a:rPr>
              <a:t>Autonoom Rijdende Robot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515880" y="4045680"/>
            <a:ext cx="1115964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nl-BE" sz="2400" b="1" spc="-1" dirty="0">
                <a:solidFill>
                  <a:srgbClr val="00283C"/>
                </a:solidFill>
                <a:latin typeface="Century Gothic"/>
              </a:rPr>
              <a:t>IoT Project Eindwerk — Graduaat Internet of Things</a:t>
            </a:r>
          </a:p>
          <a:p>
            <a:pPr lvl="0" algn="l">
              <a:lnSpc>
                <a:spcPct val="100000"/>
              </a:lnSpc>
              <a:buNone/>
            </a:pPr>
            <a:r>
              <a:rPr lang="nl-BE" sz="1500" spc="-1" dirty="0">
                <a:solidFill>
                  <a:srgbClr val="6B6B6B"/>
                </a:solidFill>
                <a:latin typeface="Century Gothic"/>
              </a:rPr>
              <a:t>Ali Rahhaoui  ·  </a:t>
            </a:r>
            <a:r>
              <a:rPr lang="nl-BE" sz="1500" spc="-1" dirty="0" err="1">
                <a:solidFill>
                  <a:srgbClr val="6B6B6B"/>
                </a:solidFill>
                <a:latin typeface="Century Gothic"/>
              </a:rPr>
              <a:t>Daud</a:t>
            </a:r>
            <a:r>
              <a:rPr lang="nl-BE" sz="1500" spc="-1" dirty="0">
                <a:solidFill>
                  <a:srgbClr val="6B6B6B"/>
                </a:solidFill>
                <a:latin typeface="Century Gothic"/>
              </a:rPr>
              <a:t> </a:t>
            </a:r>
            <a:r>
              <a:rPr lang="nl-BE" sz="1500" spc="-1" dirty="0" err="1">
                <a:solidFill>
                  <a:srgbClr val="6B6B6B"/>
                </a:solidFill>
                <a:latin typeface="Century Gothic"/>
              </a:rPr>
              <a:t>Tamaev</a:t>
            </a:r>
            <a:r>
              <a:rPr lang="nl-BE" sz="1500" spc="-1" dirty="0">
                <a:solidFill>
                  <a:srgbClr val="6B6B6B"/>
                </a:solidFill>
                <a:latin typeface="Century Gothic"/>
              </a:rPr>
              <a:t>  ·  Thomas More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"/>
          <p:cNvSpPr txBox="1"/>
          <p:nvPr/>
        </p:nvSpPr>
        <p:spPr>
          <a:xfrm>
            <a:off x="600000" y="2300000"/>
            <a:ext cx="9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entury Gothic"/>
              </a:rPr>
              <a:t>01  —  Probleemstelling &amp; Doel</a:t>
            </a:r>
          </a:p>
        </p:txBody>
      </p:sp>
      <p:sp>
        <p:nvSpPr>
          <p:cNvPr id="14" name="big"/>
          <p:cNvSpPr txBox="1"/>
          <p:nvPr/>
        </p:nvSpPr>
        <p:spPr>
          <a:xfrm>
            <a:off x="600000" y="2650000"/>
            <a:ext cx="105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95000"/>
              </a:lnSpc>
              <a:buNone/>
            </a:pPr>
            <a:r>
              <a:rPr lang="nl-BE" sz="3600" b="1" spc="-1" dirty="0">
                <a:solidFill>
                  <a:srgbClr val="00283C"/>
                </a:solidFill>
                <a:latin typeface="Century Gothic"/>
              </a:rPr>
              <a:t>Hoe bouw je een robot die zelfstandig rijdt?</a:t>
            </a:r>
          </a:p>
        </p:txBody>
      </p:sp>
      <p:sp>
        <p:nvSpPr>
          <p:cNvPr id="15" name="lead"/>
          <p:cNvSpPr txBox="1"/>
          <p:nvPr/>
        </p:nvSpPr>
        <p:spPr>
          <a:xfrm>
            <a:off x="600000" y="4250000"/>
            <a:ext cx="10200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20000"/>
              </a:lnSpc>
              <a:buNone/>
            </a:pPr>
            <a:r>
              <a:rPr lang="nl-BE" sz="1700" spc="-1" dirty="0">
                <a:solidFill>
                  <a:srgbClr val="3A3A3A"/>
                </a:solidFill>
                <a:latin typeface="Century Gothic"/>
              </a:rPr>
              <a:t>Een wagentje dat een lijn volgt, obstakels ontwijkt en op afstand bestuurd en gemonitord wordt — gebouwd op een zelfontworpen PCB.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DOELSTELLING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Wat moet de robot kunnen?</a:t>
            </a:r>
          </a:p>
        </p:txBody>
      </p:sp>
      <p:sp>
        <p:nvSpPr>
          <p:cNvPr id="18" name="num"/>
          <p:cNvSpPr/>
          <p:nvPr/>
        </p:nvSpPr>
        <p:spPr>
          <a:xfrm>
            <a:off x="600000" y="1700000"/>
            <a:ext cx="620000" cy="62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9" name="row"/>
          <p:cNvSpPr txBox="1"/>
          <p:nvPr/>
        </p:nvSpPr>
        <p:spPr>
          <a:xfrm>
            <a:off x="1380000" y="1740000"/>
            <a:ext cx="1000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nl-BE" sz="1700" b="1" spc="-1" dirty="0">
                <a:solidFill>
                  <a:srgbClr val="00283C"/>
                </a:solidFill>
                <a:latin typeface="Century Gothic"/>
              </a:rPr>
              <a:t>Lijn volgen</a:t>
            </a:r>
          </a:p>
          <a:p>
            <a:pPr lvl="0" algn="l">
              <a:lnSpc>
                <a:spcPct val="105000"/>
              </a:lnSpc>
              <a:buNone/>
            </a:pPr>
            <a:r>
              <a:rPr lang="nl-BE" sz="1400" spc="-1" dirty="0">
                <a:solidFill>
                  <a:srgbClr val="3A3A3A"/>
                </a:solidFill>
                <a:latin typeface="Century Gothic"/>
              </a:rPr>
              <a:t>Autonoom een zwarte lijn volgen met 3 infrarood-sensoren.</a:t>
            </a:r>
          </a:p>
        </p:txBody>
      </p:sp>
      <p:sp>
        <p:nvSpPr>
          <p:cNvPr id="20" name="num"/>
          <p:cNvSpPr/>
          <p:nvPr/>
        </p:nvSpPr>
        <p:spPr>
          <a:xfrm>
            <a:off x="600000" y="2580000"/>
            <a:ext cx="620000" cy="62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1" name="row"/>
          <p:cNvSpPr txBox="1"/>
          <p:nvPr/>
        </p:nvSpPr>
        <p:spPr>
          <a:xfrm>
            <a:off x="1380000" y="2620000"/>
            <a:ext cx="1000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nl-BE" sz="1700" b="1" spc="-1" dirty="0">
                <a:solidFill>
                  <a:srgbClr val="00283C"/>
                </a:solidFill>
                <a:latin typeface="Century Gothic"/>
              </a:rPr>
              <a:t>Obstakels ontwijken</a:t>
            </a:r>
          </a:p>
          <a:p>
            <a:pPr lvl="0" algn="l">
              <a:lnSpc>
                <a:spcPct val="105000"/>
              </a:lnSpc>
              <a:buNone/>
            </a:pPr>
            <a:r>
              <a:rPr lang="nl-BE" sz="1400" spc="-1" dirty="0">
                <a:solidFill>
                  <a:srgbClr val="3A3A3A"/>
                </a:solidFill>
                <a:latin typeface="Century Gothic"/>
              </a:rPr>
              <a:t>Objecten detecteren met 3 ultrasone sensoren en eromheen sturen.</a:t>
            </a:r>
          </a:p>
        </p:txBody>
      </p:sp>
      <p:sp>
        <p:nvSpPr>
          <p:cNvPr id="22" name="num"/>
          <p:cNvSpPr/>
          <p:nvPr/>
        </p:nvSpPr>
        <p:spPr>
          <a:xfrm>
            <a:off x="600000" y="3460000"/>
            <a:ext cx="620000" cy="62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3" name="row"/>
          <p:cNvSpPr txBox="1"/>
          <p:nvPr/>
        </p:nvSpPr>
        <p:spPr>
          <a:xfrm>
            <a:off x="1380000" y="3500000"/>
            <a:ext cx="1000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nl-BE" sz="1700" b="1" spc="-1" dirty="0">
                <a:solidFill>
                  <a:srgbClr val="00283C"/>
                </a:solidFill>
                <a:latin typeface="Century Gothic"/>
              </a:rPr>
              <a:t>Op afstand monitoren</a:t>
            </a:r>
          </a:p>
          <a:p>
            <a:pPr lvl="0" algn="l">
              <a:lnSpc>
                <a:spcPct val="105000"/>
              </a:lnSpc>
              <a:buNone/>
            </a:pPr>
            <a:r>
              <a:rPr lang="nl-BE" sz="1400" spc="-1" dirty="0">
                <a:solidFill>
                  <a:srgbClr val="3A3A3A"/>
                </a:solidFill>
                <a:latin typeface="Century Gothic"/>
              </a:rPr>
              <a:t>Status, afstand en batterij real-time doorsturen via MQTT.</a:t>
            </a:r>
          </a:p>
        </p:txBody>
      </p:sp>
      <p:sp>
        <p:nvSpPr>
          <p:cNvPr id="24" name="num"/>
          <p:cNvSpPr/>
          <p:nvPr/>
        </p:nvSpPr>
        <p:spPr>
          <a:xfrm>
            <a:off x="600000" y="4340000"/>
            <a:ext cx="620000" cy="62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5" name="row"/>
          <p:cNvSpPr txBox="1"/>
          <p:nvPr/>
        </p:nvSpPr>
        <p:spPr>
          <a:xfrm>
            <a:off x="1380000" y="4380000"/>
            <a:ext cx="1000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nl-BE" sz="1700" b="1" spc="-1" dirty="0">
                <a:solidFill>
                  <a:srgbClr val="00283C"/>
                </a:solidFill>
                <a:latin typeface="Century Gothic"/>
              </a:rPr>
              <a:t>Op afstand besturen</a:t>
            </a:r>
          </a:p>
          <a:p>
            <a:pPr lvl="0" algn="l">
              <a:lnSpc>
                <a:spcPct val="105000"/>
              </a:lnSpc>
              <a:buNone/>
            </a:pPr>
            <a:r>
              <a:rPr lang="nl-BE" sz="1400" spc="-1" dirty="0">
                <a:solidFill>
                  <a:srgbClr val="3A3A3A"/>
                </a:solidFill>
                <a:latin typeface="Century Gothic"/>
              </a:rPr>
              <a:t>START/STOP-commando’s ontvangen vanaf de server.</a:t>
            </a:r>
          </a:p>
        </p:txBody>
      </p:sp>
      <p:sp>
        <p:nvSpPr>
          <p:cNvPr id="26" name="num"/>
          <p:cNvSpPr/>
          <p:nvPr/>
        </p:nvSpPr>
        <p:spPr>
          <a:xfrm>
            <a:off x="600000" y="5220000"/>
            <a:ext cx="620000" cy="62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27" name="row"/>
          <p:cNvSpPr txBox="1"/>
          <p:nvPr/>
        </p:nvSpPr>
        <p:spPr>
          <a:xfrm>
            <a:off x="1380000" y="5260000"/>
            <a:ext cx="1000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nl-BE" sz="1700" b="1" spc="-1" dirty="0">
                <a:solidFill>
                  <a:srgbClr val="00283C"/>
                </a:solidFill>
                <a:latin typeface="Century Gothic"/>
              </a:rPr>
              <a:t>Eigen PCB</a:t>
            </a:r>
          </a:p>
          <a:p>
            <a:pPr lvl="0" algn="l">
              <a:lnSpc>
                <a:spcPct val="105000"/>
              </a:lnSpc>
              <a:buNone/>
            </a:pPr>
            <a:r>
              <a:rPr lang="nl-BE" sz="1400" spc="-1" dirty="0">
                <a:solidFill>
                  <a:srgbClr val="3A3A3A"/>
                </a:solidFill>
                <a:latin typeface="Century Gothic"/>
              </a:rPr>
              <a:t>Alle componenten geïntegreerd op een zelfontworpen printplaat.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ARCHITECTUUR</a:t>
            </a:r>
          </a:p>
        </p:txBody>
      </p:sp>
      <p:sp>
        <p:nvSpPr>
          <p:cNvPr id="29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Systeemoverzicht in drie lagen</a:t>
            </a:r>
          </a:p>
        </p:txBody>
      </p:sp>
      <p:sp>
        <p:nvSpPr>
          <p:cNvPr id="30" name="topbar"/>
          <p:cNvSpPr/>
          <p:nvPr/>
        </p:nvSpPr>
        <p:spPr>
          <a:xfrm>
            <a:off x="600000" y="1850000"/>
            <a:ext cx="3424000" cy="150000"/>
          </a:xfrm>
          <a:prstGeom prst="rect">
            <a:avLst/>
          </a:prstGeom>
          <a:solidFill>
            <a:srgbClr val="FA6432"/>
          </a:solidFill>
        </p:spPr>
        <p:txBody>
          <a:bodyPr/>
          <a:lstStyle/>
          <a:p>
            <a:pPr>
              <a:buNone/>
            </a:pPr>
            <a:endParaRPr lang="nl-BE"/>
          </a:p>
        </p:txBody>
      </p:sp>
      <p:sp>
        <p:nvSpPr>
          <p:cNvPr id="31" name="col"/>
          <p:cNvSpPr/>
          <p:nvPr/>
        </p:nvSpPr>
        <p:spPr>
          <a:xfrm>
            <a:off x="600000" y="2000000"/>
            <a:ext cx="3424000" cy="3500000"/>
          </a:xfrm>
          <a:prstGeom prst="rect">
            <a:avLst/>
          </a:prstGeom>
          <a:solidFill>
            <a:srgbClr val="F7F7F7"/>
          </a:solidFill>
        </p:spPr>
        <p:txBody>
          <a:bodyPr wrap="square" lIns="300000" tIns="300000" rIns="300000" bIns="30000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ROBOT</a:t>
            </a:r>
          </a:p>
          <a:p>
            <a:pPr lvl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nl-BE" sz="1900" b="1" spc="-1" dirty="0">
                <a:solidFill>
                  <a:srgbClr val="00283C"/>
                </a:solidFill>
                <a:latin typeface="Century Gothic"/>
              </a:rPr>
              <a:t>ESP32 DevKit V1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3x ultrasone sensor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3x IR lijnsensor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L298N + 2 motoren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3x LED + 2 knoppen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LM2590 voeding</a:t>
            </a:r>
          </a:p>
        </p:txBody>
      </p:sp>
      <p:sp>
        <p:nvSpPr>
          <p:cNvPr id="32" name="arr"/>
          <p:cNvSpPr/>
          <p:nvPr/>
        </p:nvSpPr>
        <p:spPr>
          <a:xfrm>
            <a:off x="4054000" y="3600000"/>
            <a:ext cx="300000" cy="4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400" b="1" spc="-1" dirty="0">
                <a:solidFill>
                  <a:srgbClr val="FA6432"/>
                </a:solidFill>
                <a:latin typeface="Century Gothic"/>
              </a:rPr>
              <a:t>→</a:t>
            </a:r>
          </a:p>
        </p:txBody>
      </p:sp>
      <p:sp>
        <p:nvSpPr>
          <p:cNvPr id="33" name="topbar"/>
          <p:cNvSpPr/>
          <p:nvPr/>
        </p:nvSpPr>
        <p:spPr>
          <a:xfrm>
            <a:off x="4384000" y="1850000"/>
            <a:ext cx="3424000" cy="150000"/>
          </a:xfrm>
          <a:prstGeom prst="rect">
            <a:avLst/>
          </a:prstGeom>
          <a:solidFill>
            <a:srgbClr val="00283C"/>
          </a:solidFill>
        </p:spPr>
        <p:txBody>
          <a:bodyPr/>
          <a:lstStyle/>
          <a:p>
            <a:pPr>
              <a:buNone/>
            </a:pPr>
            <a:endParaRPr lang="nl-BE"/>
          </a:p>
        </p:txBody>
      </p:sp>
      <p:sp>
        <p:nvSpPr>
          <p:cNvPr id="34" name="col"/>
          <p:cNvSpPr/>
          <p:nvPr/>
        </p:nvSpPr>
        <p:spPr>
          <a:xfrm>
            <a:off x="4384000" y="2000000"/>
            <a:ext cx="3424000" cy="3500000"/>
          </a:xfrm>
          <a:prstGeom prst="rect">
            <a:avLst/>
          </a:prstGeom>
          <a:solidFill>
            <a:srgbClr val="F7F7F7"/>
          </a:solidFill>
        </p:spPr>
        <p:txBody>
          <a:bodyPr wrap="square" lIns="300000" tIns="300000" rIns="300000" bIns="30000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100" b="1" spc="-1" dirty="0">
                <a:solidFill>
                  <a:srgbClr val="00283C"/>
                </a:solidFill>
                <a:latin typeface="Century Gothic"/>
              </a:rPr>
              <a:t>SERVER</a:t>
            </a:r>
          </a:p>
          <a:p>
            <a:pPr lvl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nl-BE" sz="1900" b="1" spc="-1" dirty="0">
                <a:solidFill>
                  <a:srgbClr val="00283C"/>
                </a:solidFill>
                <a:latin typeface="Century Gothic"/>
              </a:rPr>
              <a:t>Raspberry Pi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Mosquitto MQTT broker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Python bridge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InfluxDB database</a:t>
            </a:r>
          </a:p>
        </p:txBody>
      </p:sp>
      <p:sp>
        <p:nvSpPr>
          <p:cNvPr id="35" name="arr"/>
          <p:cNvSpPr/>
          <p:nvPr/>
        </p:nvSpPr>
        <p:spPr>
          <a:xfrm>
            <a:off x="7838000" y="3600000"/>
            <a:ext cx="300000" cy="4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400" b="1" spc="-1" dirty="0">
                <a:solidFill>
                  <a:srgbClr val="FA6432"/>
                </a:solidFill>
                <a:latin typeface="Century Gothic"/>
              </a:rPr>
              <a:t>→</a:t>
            </a:r>
          </a:p>
        </p:txBody>
      </p:sp>
      <p:sp>
        <p:nvSpPr>
          <p:cNvPr id="36" name="topbar"/>
          <p:cNvSpPr/>
          <p:nvPr/>
        </p:nvSpPr>
        <p:spPr>
          <a:xfrm>
            <a:off x="8168000" y="1850000"/>
            <a:ext cx="3424000" cy="150000"/>
          </a:xfrm>
          <a:prstGeom prst="rect">
            <a:avLst/>
          </a:prstGeom>
          <a:solidFill>
            <a:srgbClr val="1C7293"/>
          </a:solidFill>
        </p:spPr>
        <p:txBody>
          <a:bodyPr/>
          <a:lstStyle/>
          <a:p>
            <a:pPr>
              <a:buNone/>
            </a:pPr>
            <a:endParaRPr lang="nl-BE"/>
          </a:p>
        </p:txBody>
      </p:sp>
      <p:sp>
        <p:nvSpPr>
          <p:cNvPr id="37" name="col"/>
          <p:cNvSpPr/>
          <p:nvPr/>
        </p:nvSpPr>
        <p:spPr>
          <a:xfrm>
            <a:off x="8168000" y="2000000"/>
            <a:ext cx="3424000" cy="3500000"/>
          </a:xfrm>
          <a:prstGeom prst="rect">
            <a:avLst/>
          </a:prstGeom>
          <a:solidFill>
            <a:srgbClr val="F7F7F7"/>
          </a:solidFill>
        </p:spPr>
        <p:txBody>
          <a:bodyPr wrap="square" lIns="300000" tIns="300000" rIns="300000" bIns="30000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100" b="1" spc="-1" dirty="0">
                <a:solidFill>
                  <a:srgbClr val="1C7293"/>
                </a:solidFill>
                <a:latin typeface="Century Gothic"/>
              </a:rPr>
              <a:t>DASHBOARD</a:t>
            </a:r>
          </a:p>
          <a:p>
            <a:pPr lvl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nl-BE" sz="1900" b="1" spc="-1" dirty="0">
                <a:solidFill>
                  <a:srgbClr val="00283C"/>
                </a:solidFill>
                <a:latin typeface="Century Gothic"/>
              </a:rPr>
              <a:t>Grafana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Batterij &amp; afstanden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Live robotstatus</a:t>
            </a:r>
          </a:p>
          <a:p>
            <a:pPr lvl="0" algn="l">
              <a:lnSpc>
                <a:spcPct val="110000"/>
              </a:lnSpc>
              <a:spcAft>
                <a:spcPts val="200"/>
              </a:spcAft>
              <a:buFont typeface="Arial"/>
              <a:buChar char="•"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Foutmeldingen</a:t>
            </a:r>
          </a:p>
        </p:txBody>
      </p:sp>
      <p:sp>
        <p:nvSpPr>
          <p:cNvPr id="38" name="note"/>
          <p:cNvSpPr txBox="1"/>
          <p:nvPr/>
        </p:nvSpPr>
        <p:spPr>
          <a:xfrm>
            <a:off x="600000" y="572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i="1" spc="-1" dirty="0">
                <a:solidFill>
                  <a:srgbClr val="6B6B6B"/>
                </a:solidFill>
                <a:latin typeface="Century Gothic"/>
              </a:rPr>
              <a:t>Communicatie via WiFi met het lichtgewicht MQTT-protocol (poort 1883).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TECHNISCHE REALISATIE — HARDWARE</a:t>
            </a:r>
          </a:p>
        </p:txBody>
      </p:sp>
      <p:sp>
        <p:nvSpPr>
          <p:cNvPr id="40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Zelfontworpen PCB &amp; componenten</a:t>
            </a:r>
          </a:p>
        </p:txBody>
      </p:sp>
      <p:sp>
        <p:nvSpPr>
          <p:cNvPr id="41" name="complist"/>
          <p:cNvSpPr txBox="1"/>
          <p:nvPr/>
        </p:nvSpPr>
        <p:spPr>
          <a:xfrm>
            <a:off x="600000" y="1850000"/>
            <a:ext cx="5400000" cy="3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ESP32 DevKit V1 — microcontroller + WiFi</a:t>
            </a:r>
          </a:p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3x HC-SR04 ultrasone sensor</a:t>
            </a:r>
          </a:p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3x TCRT5000 IR lijnsensor</a:t>
            </a:r>
          </a:p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L298N motordriver + 2 DC-motoren</a:t>
            </a:r>
          </a:p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LM2590 spanningsregelaar (5V)</a:t>
            </a:r>
          </a:p>
          <a:p>
            <a:pPr lvl="0" algn="l">
              <a:lnSpc>
                <a:spcPct val="115000"/>
              </a:lnSpc>
              <a:spcAft>
                <a:spcPts val="350"/>
              </a:spcAft>
              <a:buFont typeface="Arial"/>
              <a:buChar char="•"/>
            </a:pPr>
            <a:r>
              <a:rPr lang="nl-BE" sz="1450" spc="-1" dirty="0">
                <a:solidFill>
                  <a:srgbClr val="3A3A3A"/>
                </a:solidFill>
                <a:latin typeface="Century Gothic"/>
              </a:rPr>
              <a:t>4 LED’s, 2 drukknoppen, diodes</a:t>
            </a:r>
          </a:p>
        </p:txBody>
      </p:sp>
      <p:sp>
        <p:nvSpPr>
          <p:cNvPr id="42" name="cap"/>
          <p:cNvSpPr txBox="1"/>
          <p:nvPr/>
        </p:nvSpPr>
        <p:spPr>
          <a:xfrm>
            <a:off x="600000" y="5500000"/>
            <a:ext cx="54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15000"/>
              </a:lnSpc>
              <a:buNone/>
            </a:pPr>
            <a:r>
              <a:rPr lang="nl-BE" sz="1250" i="1" spc="-1" dirty="0">
                <a:solidFill>
                  <a:srgbClr val="6B6B6B"/>
                </a:solidFill>
                <a:latin typeface="Century Gothic"/>
              </a:rPr>
              <a:t>Ontworpen in Autodesk Fusion, geproduceerd via JLCPCB (5 stuks, $25,46).</a:t>
            </a:r>
          </a:p>
        </p:txBody>
      </p:sp>
      <p:pic>
        <p:nvPicPr>
          <p:cNvPr id="43" name="sche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475" y="1750000"/>
            <a:ext cx="2573049" cy="20000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pic>
        <p:nvPicPr>
          <p:cNvPr id="44" name="pcb_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88" y="3850000"/>
            <a:ext cx="2714624" cy="25500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TECHNISCHE REALISATIE — SOFTWARE</a:t>
            </a:r>
          </a:p>
        </p:txBody>
      </p:sp>
      <p:sp>
        <p:nvSpPr>
          <p:cNvPr id="46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Toestanden-machine op de ESP32</a:t>
            </a:r>
          </a:p>
        </p:txBody>
      </p:sp>
      <p:sp>
        <p:nvSpPr>
          <p:cNvPr id="47" name="state"/>
          <p:cNvSpPr/>
          <p:nvPr/>
        </p:nvSpPr>
        <p:spPr>
          <a:xfrm>
            <a:off x="600000" y="180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A6432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b="1" spc="-1" dirty="0">
                <a:solidFill>
                  <a:srgbClr val="FFFFFF"/>
                </a:solidFill>
                <a:latin typeface="Century Gothic"/>
              </a:rPr>
              <a:t>RIJDEN</a:t>
            </a:r>
          </a:p>
        </p:txBody>
      </p:sp>
      <p:sp>
        <p:nvSpPr>
          <p:cNvPr id="48" name="state"/>
          <p:cNvSpPr/>
          <p:nvPr/>
        </p:nvSpPr>
        <p:spPr>
          <a:xfrm>
            <a:off x="600000" y="242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spc="-1" dirty="0">
                <a:solidFill>
                  <a:srgbClr val="00283C"/>
                </a:solidFill>
                <a:latin typeface="Century Gothic"/>
              </a:rPr>
              <a:t>OBSTAKEL VERMIJDEN</a:t>
            </a:r>
          </a:p>
        </p:txBody>
      </p:sp>
      <p:sp>
        <p:nvSpPr>
          <p:cNvPr id="49" name="state"/>
          <p:cNvSpPr/>
          <p:nvPr/>
        </p:nvSpPr>
        <p:spPr>
          <a:xfrm>
            <a:off x="600000" y="304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spc="-1" dirty="0">
                <a:solidFill>
                  <a:srgbClr val="00283C"/>
                </a:solidFill>
                <a:latin typeface="Century Gothic"/>
              </a:rPr>
              <a:t>DWARSLIJN WACHT</a:t>
            </a:r>
          </a:p>
        </p:txBody>
      </p:sp>
      <p:sp>
        <p:nvSpPr>
          <p:cNvPr id="50" name="state"/>
          <p:cNvSpPr/>
          <p:nvPr/>
        </p:nvSpPr>
        <p:spPr>
          <a:xfrm>
            <a:off x="600000" y="366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spc="-1" dirty="0">
                <a:solidFill>
                  <a:srgbClr val="00283C"/>
                </a:solidFill>
                <a:latin typeface="Century Gothic"/>
              </a:rPr>
              <a:t>GESTOPT (knop/commando)</a:t>
            </a:r>
          </a:p>
        </p:txBody>
      </p:sp>
      <p:sp>
        <p:nvSpPr>
          <p:cNvPr id="51" name="state"/>
          <p:cNvSpPr/>
          <p:nvPr/>
        </p:nvSpPr>
        <p:spPr>
          <a:xfrm>
            <a:off x="600000" y="428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spc="-1" dirty="0">
                <a:solidFill>
                  <a:srgbClr val="00283C"/>
                </a:solidFill>
                <a:latin typeface="Century Gothic"/>
              </a:rPr>
              <a:t>BATTERIJ KRITIEK</a:t>
            </a:r>
          </a:p>
        </p:txBody>
      </p:sp>
      <p:sp>
        <p:nvSpPr>
          <p:cNvPr id="52" name="state"/>
          <p:cNvSpPr/>
          <p:nvPr/>
        </p:nvSpPr>
        <p:spPr>
          <a:xfrm>
            <a:off x="600000" y="4900000"/>
            <a:ext cx="5200000" cy="5000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</p:spPr>
        <p:txBody>
          <a:bodyPr wrap="square" lIns="240000" tIns="45720" rIns="24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450" spc="-1" dirty="0">
                <a:solidFill>
                  <a:srgbClr val="00283C"/>
                </a:solidFill>
                <a:latin typeface="Century Gothic"/>
              </a:rPr>
              <a:t>VASTGELOPEN</a:t>
            </a:r>
          </a:p>
        </p:txBody>
      </p:sp>
      <p:sp>
        <p:nvSpPr>
          <p:cNvPr id="53" name="code"/>
          <p:cNvSpPr/>
          <p:nvPr/>
        </p:nvSpPr>
        <p:spPr>
          <a:xfrm>
            <a:off x="6200000" y="1800000"/>
            <a:ext cx="5400000" cy="372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</p:spPr>
        <p:txBody>
          <a:bodyPr wrap="square" lIns="240000" tIns="200000" rIns="240000" bIns="200000" anchor="t">
            <a:normAutofit/>
          </a:bodyPr>
          <a:lstStyle/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void volgLijn() {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int l = leesIR(IR_LINKS);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int m = leesIR(IR_MIDDEN);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int r = leesIR(IR_RECHTS);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if (l==LOW &amp;&amp; m==LOW &amp;&amp; r==LOW)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  toestand = DWARSLIJN_WACHT;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else if (m==LOW) vooruit();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else if (l==LOW) corrigeerLinks();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  else if (r==LOW) corrigeerRechts();</a:t>
            </a:r>
          </a:p>
          <a:p>
            <a:pPr lvl="0" algn="l">
              <a:lnSpc>
                <a:spcPct val="120000"/>
              </a:lnSpc>
              <a:buNone/>
            </a:pPr>
            <a:r>
              <a:rPr lang="nl-BE" sz="1150" spc="-1" dirty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54" name="ccap"/>
          <p:cNvSpPr txBox="1"/>
          <p:nvPr/>
        </p:nvSpPr>
        <p:spPr>
          <a:xfrm>
            <a:off x="6200000" y="5650000"/>
            <a:ext cx="54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10000"/>
              </a:lnSpc>
              <a:buNone/>
            </a:pPr>
            <a:r>
              <a:rPr lang="nl-BE" sz="1250" i="1" spc="-1" dirty="0">
                <a:solidFill>
                  <a:srgbClr val="6B6B6B"/>
                </a:solidFill>
                <a:latin typeface="Century Gothic"/>
              </a:rPr>
              <a:t>Lijnvolglogica: 3 IR-sensoren bepalen de stuurcorrectie.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DATASTROMEN</a:t>
            </a:r>
          </a:p>
        </p:txBody>
      </p:sp>
      <p:sp>
        <p:nvSpPr>
          <p:cNvPr id="56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Communicatie via MQTT-topics</a:t>
            </a:r>
          </a:p>
        </p:txBody>
      </p:sp>
      <p:sp>
        <p:nvSpPr>
          <p:cNvPr id="57" name="hdr"/>
          <p:cNvSpPr/>
          <p:nvPr/>
        </p:nvSpPr>
        <p:spPr>
          <a:xfrm>
            <a:off x="600000" y="1850000"/>
            <a:ext cx="5200000" cy="520000"/>
          </a:xfrm>
          <a:prstGeom prst="rect">
            <a:avLst/>
          </a:prstGeom>
          <a:solidFill>
            <a:srgbClr val="00283C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50" b="1" spc="-1" dirty="0">
                <a:solidFill>
                  <a:srgbClr val="FFFFFF"/>
                </a:solidFill>
                <a:latin typeface="Century Gothic"/>
              </a:rPr>
              <a:t>MQTT Topic</a:t>
            </a:r>
          </a:p>
        </p:txBody>
      </p:sp>
      <p:sp>
        <p:nvSpPr>
          <p:cNvPr id="58" name="hdr"/>
          <p:cNvSpPr/>
          <p:nvPr/>
        </p:nvSpPr>
        <p:spPr>
          <a:xfrm>
            <a:off x="5800000" y="1850000"/>
            <a:ext cx="2400000" cy="520000"/>
          </a:xfrm>
          <a:prstGeom prst="rect">
            <a:avLst/>
          </a:prstGeom>
          <a:solidFill>
            <a:srgbClr val="00283C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50" b="1" spc="-1" dirty="0">
                <a:solidFill>
                  <a:srgbClr val="FFFFFF"/>
                </a:solidFill>
                <a:latin typeface="Century Gothic"/>
              </a:rPr>
              <a:t>Richting</a:t>
            </a:r>
          </a:p>
        </p:txBody>
      </p:sp>
      <p:sp>
        <p:nvSpPr>
          <p:cNvPr id="59" name="hdr"/>
          <p:cNvSpPr/>
          <p:nvPr/>
        </p:nvSpPr>
        <p:spPr>
          <a:xfrm>
            <a:off x="8200000" y="1850000"/>
            <a:ext cx="3392000" cy="520000"/>
          </a:xfrm>
          <a:prstGeom prst="rect">
            <a:avLst/>
          </a:prstGeom>
          <a:solidFill>
            <a:srgbClr val="00283C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50" b="1" spc="-1" dirty="0">
                <a:solidFill>
                  <a:srgbClr val="FFFFFF"/>
                </a:solidFill>
                <a:latin typeface="Century Gothic"/>
              </a:rPr>
              <a:t>Inhoud</a:t>
            </a:r>
          </a:p>
        </p:txBody>
      </p:sp>
      <p:sp>
        <p:nvSpPr>
          <p:cNvPr id="60" name="c1"/>
          <p:cNvSpPr/>
          <p:nvPr/>
        </p:nvSpPr>
        <p:spPr>
          <a:xfrm>
            <a:off x="600000" y="2370000"/>
            <a:ext cx="52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onsolas"/>
              </a:rPr>
              <a:t>mercedes/robot1/status</a:t>
            </a:r>
          </a:p>
        </p:txBody>
      </p:sp>
      <p:sp>
        <p:nvSpPr>
          <p:cNvPr id="61" name="c2"/>
          <p:cNvSpPr/>
          <p:nvPr/>
        </p:nvSpPr>
        <p:spPr>
          <a:xfrm>
            <a:off x="5800000" y="2370000"/>
            <a:ext cx="24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ESP32 → Pi</a:t>
            </a:r>
          </a:p>
        </p:txBody>
      </p:sp>
      <p:sp>
        <p:nvSpPr>
          <p:cNvPr id="62" name="c3"/>
          <p:cNvSpPr/>
          <p:nvPr/>
        </p:nvSpPr>
        <p:spPr>
          <a:xfrm>
            <a:off x="8200000" y="2370000"/>
            <a:ext cx="3392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Toestand van de robot</a:t>
            </a:r>
          </a:p>
        </p:txBody>
      </p:sp>
      <p:sp>
        <p:nvSpPr>
          <p:cNvPr id="63" name="c1"/>
          <p:cNvSpPr/>
          <p:nvPr/>
        </p:nvSpPr>
        <p:spPr>
          <a:xfrm>
            <a:off x="600000" y="2990000"/>
            <a:ext cx="5200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onsolas"/>
              </a:rPr>
              <a:t>mercedes/robot1/afstand</a:t>
            </a:r>
          </a:p>
        </p:txBody>
      </p:sp>
      <p:sp>
        <p:nvSpPr>
          <p:cNvPr id="64" name="c2"/>
          <p:cNvSpPr/>
          <p:nvPr/>
        </p:nvSpPr>
        <p:spPr>
          <a:xfrm>
            <a:off x="5800000" y="2990000"/>
            <a:ext cx="2400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ESP32 → Pi</a:t>
            </a:r>
          </a:p>
        </p:txBody>
      </p:sp>
      <p:sp>
        <p:nvSpPr>
          <p:cNvPr id="65" name="c3"/>
          <p:cNvSpPr/>
          <p:nvPr/>
        </p:nvSpPr>
        <p:spPr>
          <a:xfrm>
            <a:off x="8200000" y="2990000"/>
            <a:ext cx="3392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voor / links / rechts (cm)</a:t>
            </a:r>
          </a:p>
        </p:txBody>
      </p:sp>
      <p:sp>
        <p:nvSpPr>
          <p:cNvPr id="66" name="c1"/>
          <p:cNvSpPr/>
          <p:nvPr/>
        </p:nvSpPr>
        <p:spPr>
          <a:xfrm>
            <a:off x="600000" y="3610000"/>
            <a:ext cx="52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onsolas"/>
              </a:rPr>
              <a:t>mercedes/robot1/batterij</a:t>
            </a:r>
          </a:p>
        </p:txBody>
      </p:sp>
      <p:sp>
        <p:nvSpPr>
          <p:cNvPr id="67" name="c2"/>
          <p:cNvSpPr/>
          <p:nvPr/>
        </p:nvSpPr>
        <p:spPr>
          <a:xfrm>
            <a:off x="5800000" y="3610000"/>
            <a:ext cx="24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ESP32 → Pi</a:t>
            </a:r>
          </a:p>
        </p:txBody>
      </p:sp>
      <p:sp>
        <p:nvSpPr>
          <p:cNvPr id="68" name="c3"/>
          <p:cNvSpPr/>
          <p:nvPr/>
        </p:nvSpPr>
        <p:spPr>
          <a:xfrm>
            <a:off x="8200000" y="3610000"/>
            <a:ext cx="3392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Batterijpercentage</a:t>
            </a:r>
          </a:p>
        </p:txBody>
      </p:sp>
      <p:sp>
        <p:nvSpPr>
          <p:cNvPr id="69" name="c1"/>
          <p:cNvSpPr/>
          <p:nvPr/>
        </p:nvSpPr>
        <p:spPr>
          <a:xfrm>
            <a:off x="600000" y="4230000"/>
            <a:ext cx="5200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onsolas"/>
              </a:rPr>
              <a:t>mercedes/robot1/fout</a:t>
            </a:r>
          </a:p>
        </p:txBody>
      </p:sp>
      <p:sp>
        <p:nvSpPr>
          <p:cNvPr id="70" name="c2"/>
          <p:cNvSpPr/>
          <p:nvPr/>
        </p:nvSpPr>
        <p:spPr>
          <a:xfrm>
            <a:off x="5800000" y="4230000"/>
            <a:ext cx="2400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ESP32 → Pi</a:t>
            </a:r>
          </a:p>
        </p:txBody>
      </p:sp>
      <p:sp>
        <p:nvSpPr>
          <p:cNvPr id="71" name="c3"/>
          <p:cNvSpPr/>
          <p:nvPr/>
        </p:nvSpPr>
        <p:spPr>
          <a:xfrm>
            <a:off x="8200000" y="4230000"/>
            <a:ext cx="3392000" cy="620000"/>
          </a:xfrm>
          <a:prstGeom prst="rect">
            <a:avLst/>
          </a:prstGeom>
          <a:solidFill>
            <a:srgbClr val="FFFFFF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Foutmeldingen</a:t>
            </a:r>
          </a:p>
        </p:txBody>
      </p:sp>
      <p:sp>
        <p:nvSpPr>
          <p:cNvPr id="72" name="c1"/>
          <p:cNvSpPr/>
          <p:nvPr/>
        </p:nvSpPr>
        <p:spPr>
          <a:xfrm>
            <a:off x="600000" y="4850000"/>
            <a:ext cx="52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onsolas"/>
              </a:rPr>
              <a:t>mercedes/robot1/commando</a:t>
            </a:r>
          </a:p>
        </p:txBody>
      </p:sp>
      <p:sp>
        <p:nvSpPr>
          <p:cNvPr id="73" name="c2"/>
          <p:cNvSpPr/>
          <p:nvPr/>
        </p:nvSpPr>
        <p:spPr>
          <a:xfrm>
            <a:off x="5800000" y="4850000"/>
            <a:ext cx="2400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Pi → ESP32</a:t>
            </a:r>
          </a:p>
        </p:txBody>
      </p:sp>
      <p:sp>
        <p:nvSpPr>
          <p:cNvPr id="74" name="c3"/>
          <p:cNvSpPr/>
          <p:nvPr/>
        </p:nvSpPr>
        <p:spPr>
          <a:xfrm>
            <a:off x="8200000" y="4850000"/>
            <a:ext cx="3392000" cy="620000"/>
          </a:xfrm>
          <a:prstGeom prst="rect">
            <a:avLst/>
          </a:prstGeom>
          <a:solidFill>
            <a:srgbClr val="F7F7F7"/>
          </a:solidFill>
        </p:spPr>
        <p:txBody>
          <a:bodyPr wrap="square" lIns="200000" tIns="45720" rIns="200000" bIns="45720" anchor="ctr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START / STOP besturing</a:t>
            </a:r>
          </a:p>
        </p:txBody>
      </p:sp>
      <p:sp>
        <p:nvSpPr>
          <p:cNvPr id="75" name="note"/>
          <p:cNvSpPr txBox="1"/>
          <p:nvPr/>
        </p:nvSpPr>
        <p:spPr>
          <a:xfrm>
            <a:off x="600000" y="567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i="1" spc="-1" dirty="0">
                <a:solidFill>
                  <a:srgbClr val="6B6B6B"/>
                </a:solidFill>
                <a:latin typeface="Century Gothic"/>
              </a:rPr>
              <a:t>De Python-bridge schrijft alle data naar InfluxDB voor visualisatie in Grafana.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RESULTAAT &amp; DEMO</a:t>
            </a:r>
          </a:p>
        </p:txBody>
      </p:sp>
      <p:sp>
        <p:nvSpPr>
          <p:cNvPr id="77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De werkende robot</a:t>
            </a:r>
          </a:p>
        </p:txBody>
      </p:sp>
      <p:pic>
        <p:nvPicPr>
          <p:cNvPr id="78" name="robot_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50" y="1800000"/>
            <a:ext cx="4342500" cy="33000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pic>
        <p:nvPicPr>
          <p:cNvPr id="79" name="pcb_sold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01" y="1800000"/>
            <a:ext cx="1851798" cy="33000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pic>
        <p:nvPicPr>
          <p:cNvPr id="80" name="robot_de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000" y="1930780"/>
            <a:ext cx="2540000" cy="303844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81" name="cap"/>
          <p:cNvSpPr txBox="1"/>
          <p:nvPr/>
        </p:nvSpPr>
        <p:spPr>
          <a:xfrm>
            <a:off x="600000" y="530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10000"/>
              </a:lnSpc>
              <a:buNone/>
            </a:pPr>
            <a:r>
              <a:rPr lang="nl-BE" sz="1400" i="1" spc="-1" dirty="0">
                <a:solidFill>
                  <a:srgbClr val="3A3A3A"/>
                </a:solidFill>
                <a:latin typeface="Century Gothic"/>
              </a:rPr>
              <a:t>Alle functies getest en werkend: lijnvolgen, obstakelvermijding, MQTT-besturing en LED-status.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kicker"/>
          <p:cNvSpPr txBox="1"/>
          <p:nvPr/>
        </p:nvSpPr>
        <p:spPr>
          <a:xfrm>
            <a:off x="600000" y="17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PROBLEMEN &amp; OPLOSSINGEN</a:t>
            </a:r>
          </a:p>
        </p:txBody>
      </p:sp>
      <p:sp>
        <p:nvSpPr>
          <p:cNvPr id="83" name="title"/>
          <p:cNvSpPr txBox="1"/>
          <p:nvPr/>
        </p:nvSpPr>
        <p:spPr>
          <a:xfrm>
            <a:off x="600000" y="430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FA6432"/>
                </a:solidFill>
                <a:latin typeface="Century Gothic"/>
              </a:rPr>
              <a:t>Tegenslagen onderweg</a:t>
            </a:r>
          </a:p>
        </p:txBody>
      </p:sp>
      <p:sp>
        <p:nvSpPr>
          <p:cNvPr id="84" name="bar"/>
          <p:cNvSpPr/>
          <p:nvPr/>
        </p:nvSpPr>
        <p:spPr>
          <a:xfrm>
            <a:off x="600000" y="1850000"/>
            <a:ext cx="5300000" cy="150000"/>
          </a:xfrm>
          <a:prstGeom prst="rect">
            <a:avLst/>
          </a:prstGeom>
          <a:solidFill>
            <a:srgbClr val="FA6432"/>
          </a:solidFill>
        </p:spPr>
        <p:txBody>
          <a:bodyPr/>
          <a:lstStyle/>
          <a:p>
            <a:pPr>
              <a:buNone/>
            </a:pPr>
            <a:endParaRPr lang="nl-BE"/>
          </a:p>
        </p:txBody>
      </p:sp>
      <p:sp>
        <p:nvSpPr>
          <p:cNvPr id="85" name="card"/>
          <p:cNvSpPr/>
          <p:nvPr/>
        </p:nvSpPr>
        <p:spPr>
          <a:xfrm>
            <a:off x="600000" y="2000000"/>
            <a:ext cx="5300000" cy="3300000"/>
          </a:xfrm>
          <a:prstGeom prst="rect">
            <a:avLst/>
          </a:prstGeom>
          <a:solidFill>
            <a:srgbClr val="F7F7F7"/>
          </a:solidFill>
        </p:spPr>
        <p:txBody>
          <a:bodyPr wrap="square" lIns="320000" tIns="320000" rIns="320000" bIns="32000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nl-BE" sz="1750" b="1" spc="-1" dirty="0">
                <a:solidFill>
                  <a:srgbClr val="00283C"/>
                </a:solidFill>
                <a:latin typeface="Century Gothic"/>
              </a:rPr>
              <a:t>Verkeerde L298N besteld</a:t>
            </a:r>
          </a:p>
          <a:p>
            <a:pPr lv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Probleem</a:t>
            </a:r>
          </a:p>
          <a:p>
            <a:pPr lvl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We kochten de volledige module i.p.v. de losse IC-chip. De motoren werkten niet bij het testen.</a:t>
            </a:r>
          </a:p>
          <a:p>
            <a:pPr lv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Oplossing</a:t>
            </a:r>
          </a:p>
          <a:p>
            <a:pPr lvl="0" algn="l">
              <a:lnSpc>
                <a:spcPct val="115000"/>
              </a:lnSpc>
              <a:buNone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Juiste chip bijbesteld; ondertussen verder gewerkt aan het chassis.</a:t>
            </a:r>
          </a:p>
        </p:txBody>
      </p:sp>
      <p:sp>
        <p:nvSpPr>
          <p:cNvPr id="86" name="bar"/>
          <p:cNvSpPr/>
          <p:nvPr/>
        </p:nvSpPr>
        <p:spPr>
          <a:xfrm>
            <a:off x="6292000" y="1850000"/>
            <a:ext cx="5300000" cy="150000"/>
          </a:xfrm>
          <a:prstGeom prst="rect">
            <a:avLst/>
          </a:prstGeom>
          <a:solidFill>
            <a:srgbClr val="FA6432"/>
          </a:solidFill>
        </p:spPr>
        <p:txBody>
          <a:bodyPr/>
          <a:lstStyle/>
          <a:p>
            <a:pPr>
              <a:buNone/>
            </a:pPr>
            <a:endParaRPr lang="nl-BE"/>
          </a:p>
        </p:txBody>
      </p:sp>
      <p:sp>
        <p:nvSpPr>
          <p:cNvPr id="87" name="card"/>
          <p:cNvSpPr/>
          <p:nvPr/>
        </p:nvSpPr>
        <p:spPr>
          <a:xfrm>
            <a:off x="6292000" y="2000000"/>
            <a:ext cx="5300000" cy="3300000"/>
          </a:xfrm>
          <a:prstGeom prst="rect">
            <a:avLst/>
          </a:prstGeom>
          <a:solidFill>
            <a:srgbClr val="F7F7F7"/>
          </a:solidFill>
        </p:spPr>
        <p:txBody>
          <a:bodyPr wrap="square" lIns="320000" tIns="320000" rIns="320000" bIns="32000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nl-BE" sz="1750" b="1" spc="-1" dirty="0">
                <a:solidFill>
                  <a:srgbClr val="00283C"/>
                </a:solidFill>
                <a:latin typeface="Century Gothic"/>
              </a:rPr>
              <a:t>4 diodes tekort</a:t>
            </a:r>
          </a:p>
          <a:p>
            <a:pPr lv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Probleem</a:t>
            </a:r>
          </a:p>
          <a:p>
            <a:pPr lvl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Bij het solderen bleken 4 beveiligingsdiodes te ontbreken — opnieuw wachten.</a:t>
            </a:r>
          </a:p>
          <a:p>
            <a:pPr lv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nl-BE" sz="1100" b="1" spc="-1" dirty="0">
                <a:solidFill>
                  <a:srgbClr val="FA6432"/>
                </a:solidFill>
                <a:latin typeface="Century Gothic"/>
              </a:rPr>
              <a:t>Oplossing</a:t>
            </a:r>
          </a:p>
          <a:p>
            <a:pPr lvl="0" algn="l">
              <a:lnSpc>
                <a:spcPct val="115000"/>
              </a:lnSpc>
              <a:buNone/>
            </a:pPr>
            <a:r>
              <a:rPr lang="nl-BE" sz="1350" spc="-1" dirty="0">
                <a:solidFill>
                  <a:srgbClr val="3A3A3A"/>
                </a:solidFill>
                <a:latin typeface="Century Gothic"/>
              </a:rPr>
              <a:t>Diodes bijbesteld; deze fout werd sneller herkend dan de eerste.</a:t>
            </a:r>
          </a:p>
        </p:txBody>
      </p:sp>
      <p:sp>
        <p:nvSpPr>
          <p:cNvPr id="88" name="lesson"/>
          <p:cNvSpPr txBox="1"/>
          <p:nvPr/>
        </p:nvSpPr>
        <p:spPr>
          <a:xfrm>
            <a:off x="600000" y="5500000"/>
            <a:ext cx="10992000" cy="4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10000"/>
              </a:lnSpc>
              <a:buNone/>
            </a:pPr>
            <a:r>
              <a:rPr lang="nl-BE" sz="1350" i="1" spc="-1" dirty="0">
                <a:solidFill>
                  <a:srgbClr val="6B6B6B"/>
                </a:solidFill>
                <a:latin typeface="Century Gothic"/>
              </a:rPr>
              <a:t>Belangrijkste les: bij hardware-projecten is een grondige componentencheck vooraf cruciaal.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kick"/>
          <p:cNvSpPr txBox="1"/>
          <p:nvPr/>
        </p:nvSpPr>
        <p:spPr>
          <a:xfrm>
            <a:off x="600000" y="1500000"/>
            <a:ext cx="10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300" b="1" spc="-1" dirty="0">
                <a:solidFill>
                  <a:srgbClr val="FA6432"/>
                </a:solidFill>
                <a:latin typeface="Century Gothic"/>
              </a:rPr>
              <a:t>REFLECTIE</a:t>
            </a:r>
          </a:p>
        </p:txBody>
      </p:sp>
      <p:sp>
        <p:nvSpPr>
          <p:cNvPr id="90" name="title"/>
          <p:cNvSpPr txBox="1"/>
          <p:nvPr/>
        </p:nvSpPr>
        <p:spPr>
          <a:xfrm>
            <a:off x="600000" y="1850000"/>
            <a:ext cx="105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3200" b="1" spc="-1" dirty="0">
                <a:solidFill>
                  <a:srgbClr val="00283C"/>
                </a:solidFill>
                <a:latin typeface="Century Gothic"/>
              </a:rPr>
              <a:t>Belangrijkste leerpunten</a:t>
            </a:r>
          </a:p>
        </p:txBody>
      </p:sp>
      <p:sp>
        <p:nvSpPr>
          <p:cNvPr id="91" name="chk"/>
          <p:cNvSpPr/>
          <p:nvPr/>
        </p:nvSpPr>
        <p:spPr>
          <a:xfrm>
            <a:off x="600000" y="300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✓</a:t>
            </a:r>
          </a:p>
        </p:txBody>
      </p:sp>
      <p:sp>
        <p:nvSpPr>
          <p:cNvPr id="92" name="pt"/>
          <p:cNvSpPr txBox="1"/>
          <p:nvPr/>
        </p:nvSpPr>
        <p:spPr>
          <a:xfrm>
            <a:off x="1320000" y="3020000"/>
            <a:ext cx="4580000" cy="10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600" b="1" spc="-1" dirty="0">
                <a:solidFill>
                  <a:srgbClr val="00283C"/>
                </a:solidFill>
                <a:latin typeface="Century Gothic"/>
              </a:rPr>
              <a:t>PCB-ontwerp &amp; solderen</a:t>
            </a:r>
          </a:p>
          <a:p>
            <a:pPr lvl="0" algn="l">
              <a:lnSpc>
                <a:spcPct val="11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Van nul geleerd: schema tekenen, sporen routeren en solderen.</a:t>
            </a:r>
          </a:p>
        </p:txBody>
      </p:sp>
      <p:sp>
        <p:nvSpPr>
          <p:cNvPr id="93" name="chk"/>
          <p:cNvSpPr/>
          <p:nvPr/>
        </p:nvSpPr>
        <p:spPr>
          <a:xfrm>
            <a:off x="6292000" y="300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✓</a:t>
            </a:r>
          </a:p>
        </p:txBody>
      </p:sp>
      <p:sp>
        <p:nvSpPr>
          <p:cNvPr id="94" name="pt"/>
          <p:cNvSpPr txBox="1"/>
          <p:nvPr/>
        </p:nvSpPr>
        <p:spPr>
          <a:xfrm>
            <a:off x="7012000" y="3020000"/>
            <a:ext cx="4580000" cy="10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600" b="1" spc="-1" dirty="0">
                <a:solidFill>
                  <a:srgbClr val="00283C"/>
                </a:solidFill>
                <a:latin typeface="Century Gothic"/>
              </a:rPr>
              <a:t>Datasheets lezen</a:t>
            </a:r>
          </a:p>
          <a:p>
            <a:pPr lvl="0" algn="l">
              <a:lnSpc>
                <a:spcPct val="11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Een gewoonte geworden vóór elke component-beslissing.</a:t>
            </a:r>
          </a:p>
        </p:txBody>
      </p:sp>
      <p:sp>
        <p:nvSpPr>
          <p:cNvPr id="95" name="chk"/>
          <p:cNvSpPr/>
          <p:nvPr/>
        </p:nvSpPr>
        <p:spPr>
          <a:xfrm>
            <a:off x="600000" y="418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✓</a:t>
            </a:r>
          </a:p>
        </p:txBody>
      </p:sp>
      <p:sp>
        <p:nvSpPr>
          <p:cNvPr id="96" name="pt"/>
          <p:cNvSpPr txBox="1"/>
          <p:nvPr/>
        </p:nvSpPr>
        <p:spPr>
          <a:xfrm>
            <a:off x="1320000" y="4200000"/>
            <a:ext cx="4580000" cy="10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600" b="1" spc="-1" dirty="0">
                <a:solidFill>
                  <a:srgbClr val="00283C"/>
                </a:solidFill>
                <a:latin typeface="Century Gothic"/>
              </a:rPr>
              <a:t>Probleemoplossend denken</a:t>
            </a:r>
          </a:p>
          <a:p>
            <a:pPr lvl="0" algn="l">
              <a:lnSpc>
                <a:spcPct val="11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Sneller fouten herkennen en proactief verder werken.</a:t>
            </a:r>
          </a:p>
        </p:txBody>
      </p:sp>
      <p:sp>
        <p:nvSpPr>
          <p:cNvPr id="97" name="chk"/>
          <p:cNvSpPr/>
          <p:nvPr/>
        </p:nvSpPr>
        <p:spPr>
          <a:xfrm>
            <a:off x="6292000" y="4180000"/>
            <a:ext cx="560000" cy="560000"/>
          </a:xfrm>
          <a:prstGeom prst="roundRect">
            <a:avLst>
              <a:gd name="adj" fmla="val 50000"/>
            </a:avLst>
          </a:prstGeom>
          <a:solidFill>
            <a:srgbClr val="FA6432"/>
          </a:solidFill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00000"/>
              </a:lnSpc>
              <a:buNone/>
            </a:pPr>
            <a:r>
              <a:rPr lang="nl-BE" sz="2000" b="1" spc="-1" dirty="0">
                <a:solidFill>
                  <a:srgbClr val="FFFFFF"/>
                </a:solidFill>
                <a:latin typeface="Century Gothic"/>
              </a:rPr>
              <a:t>✓</a:t>
            </a:r>
          </a:p>
        </p:txBody>
      </p:sp>
      <p:sp>
        <p:nvSpPr>
          <p:cNvPr id="98" name="pt"/>
          <p:cNvSpPr txBox="1"/>
          <p:nvPr/>
        </p:nvSpPr>
        <p:spPr>
          <a:xfrm>
            <a:off x="7012000" y="4200000"/>
            <a:ext cx="4580000" cy="10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nl-BE" sz="1600" b="1" spc="-1" dirty="0">
                <a:solidFill>
                  <a:srgbClr val="00283C"/>
                </a:solidFill>
                <a:latin typeface="Century Gothic"/>
              </a:rPr>
              <a:t>Voorbereiding is alles</a:t>
            </a:r>
          </a:p>
          <a:p>
            <a:pPr lvl="0" algn="l">
              <a:lnSpc>
                <a:spcPct val="110000"/>
              </a:lnSpc>
              <a:buNone/>
            </a:pPr>
            <a:r>
              <a:rPr lang="nl-BE" sz="1300" spc="-1" dirty="0">
                <a:solidFill>
                  <a:srgbClr val="3A3A3A"/>
                </a:solidFill>
                <a:latin typeface="Century Gothic"/>
              </a:rPr>
              <a:t>Elke fout was vermijdbaar met een grondige check vooraf.</a:t>
            </a:r>
          </a:p>
        </p:txBody>
      </p:sp>
      <p:sp>
        <p:nvSpPr>
          <p:cNvPr id="99" name="thanks"/>
          <p:cNvSpPr txBox="1"/>
          <p:nvPr/>
        </p:nvSpPr>
        <p:spPr>
          <a:xfrm>
            <a:off x="600000" y="5950000"/>
            <a:ext cx="105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lvl="0" algn="l">
              <a:lnSpc>
                <a:spcPct val="100000"/>
              </a:lnSpc>
              <a:buNone/>
            </a:pPr>
            <a:r>
              <a:rPr lang="nl-BE" sz="1800" b="1" spc="-1" dirty="0">
                <a:solidFill>
                  <a:srgbClr val="FA6432"/>
                </a:solidFill>
                <a:latin typeface="Century Gothic"/>
              </a:rPr>
              <a:t>Bedankt! — Vragen?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3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4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5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6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7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8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9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0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1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2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4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5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6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7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8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3289</TotalTime>
  <Words>598</Words>
  <Application>Microsoft Office PowerPoint</Application>
  <PresentationFormat>Breedbeeld</PresentationFormat>
  <Paragraphs>125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68</vt:i4>
      </vt:variant>
      <vt:variant>
        <vt:lpstr>Diatitels</vt:lpstr>
      </vt:variant>
      <vt:variant>
        <vt:i4>10</vt:i4>
      </vt:variant>
    </vt:vector>
  </HeadingPairs>
  <TitlesOfParts>
    <vt:vector size="84" baseType="lpstr">
      <vt:lpstr>Arial</vt:lpstr>
      <vt:lpstr>Century Gothic</vt:lpstr>
      <vt:lpstr>Consolas</vt:lpstr>
      <vt:lpstr>Symbol</vt:lpstr>
      <vt:lpstr>Times New Roman</vt:lpstr>
      <vt:lpstr>Wingdings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WIT</vt:lpstr>
      <vt:lpstr>ORANJE</vt:lpstr>
      <vt:lpstr>ORANJE</vt:lpstr>
      <vt:lpstr>ORANJE</vt:lpstr>
      <vt:lpstr>ORANJE</vt:lpstr>
      <vt:lpstr>ORANJE</vt:lpstr>
      <vt:lpstr>ORANJE</vt:lpstr>
      <vt:lpstr>ORANJE</vt:lpstr>
      <vt:lpstr>ORANJE</vt:lpstr>
      <vt:lpstr>ORANJE</vt:lpstr>
      <vt:lpstr>ORANJE</vt:lpstr>
      <vt:lpstr>ORANJE</vt:lpstr>
      <vt:lpstr>ORANJE</vt:lpstr>
      <vt:lpstr>BLAUW</vt:lpstr>
      <vt:lpstr>BLAUW</vt:lpstr>
      <vt:lpstr>BLAUW</vt:lpstr>
      <vt:lpstr>BLAUW</vt:lpstr>
      <vt:lpstr>BLAUW</vt:lpstr>
      <vt:lpstr>BLAUW</vt:lpstr>
      <vt:lpstr>BLAUW</vt:lpstr>
      <vt:lpstr>BLAUW</vt:lpstr>
      <vt:lpstr>BLAUW</vt:lpstr>
      <vt:lpstr>BLAUW</vt:lpstr>
      <vt:lpstr>BLAUW</vt:lpstr>
      <vt:lpstr>BLAUW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 Rahhaoui</dc:creator>
  <cp:lastModifiedBy>Ali Rahhaoui</cp:lastModifiedBy>
  <cp:revision>1</cp:revision>
  <dcterms:modified xsi:type="dcterms:W3CDTF">2026-06-08T14:56:57Z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2022-09-05T06:43:33Z</dcterms:created>
  <dc:creator>Media Comm</dc:creator>
  <dc:description/>
  <dc:language>en-US</dc:language>
  <cp:lastModifiedBy>Erika Pelemans</cp:lastModifiedBy>
  <cp:lastPrinted>2023-01-03T10:29:33Z</cp:lastPrinted>
  <dcterms:modified xsi:type="dcterms:W3CDTF">2023-03-10T10:57:17Z</dcterms:modified>
  <cp:revision>2061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SIP_Label_c337be75-dfbb-4261-9834-ac247c7dde13_ActionId">
    <vt:lpwstr>91ccaeab-5807-4361-a1f1-dbfbf8db87ab</vt:lpwstr>
  </property>
  <property fmtid="{D5CDD505-2E9C-101B-9397-08002B2CF9AE}" pid="4" name="MSIP_Label_c337be75-dfbb-4261-9834-ac247c7dde13_ContentBits">
    <vt:lpwstr>0</vt:lpwstr>
  </property>
  <property fmtid="{D5CDD505-2E9C-101B-9397-08002B2CF9AE}" pid="5" name="MSIP_Label_c337be75-dfbb-4261-9834-ac247c7dde13_Enabled">
    <vt:lpwstr>true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etDate">
    <vt:lpwstr>2023-03-10T10:45:53Z</vt:lpwstr>
  </property>
  <property fmtid="{D5CDD505-2E9C-101B-9397-08002B2CF9AE}" pid="9" name="MSIP_Label_c337be75-dfbb-4261-9834-ac247c7dde13_SiteId">
    <vt:lpwstr>77d33cc5-c9b4-4766-95c7-ed5b515e1cce</vt:lpwstr>
  </property>
  <property fmtid="{D5CDD505-2E9C-101B-9397-08002B2CF9AE}" pid="10" name="MediaServiceImageTags">
    <vt:lpwstr/>
  </property>
  <property fmtid="{D5CDD505-2E9C-101B-9397-08002B2CF9AE}" pid="11" name="PresentationFormat">
    <vt:lpwstr>Breedbeeld</vt:lpwstr>
  </property>
  <property fmtid="{D5CDD505-2E9C-101B-9397-08002B2CF9AE}" pid="12" name="Slides">
    <vt:r8>2</vt:r8>
  </property>
</Properties>
</file>